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'GraphRAG: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GraphRAG augments retrieval-augmented generation with a knowledge graph constructed from a corpus, enabling multi-hop reasoning, community summarisation and global questions that flat vector retrieval cannot answer. By extracting entities and relationships and clustering them into hierarchical communities, GraphRAG supports both local (entity-centric) and global (theme-level) queries with traceable structure.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GraphRAG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GraphRAG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GraphRAG as a systems discipline. GraphRAG indexing extracts entities and relations from chunks, resolves duplicates, builds a graph, detects communities and pre-summarises them. At query time a router selects local search (entity neighbourhoods + linked text) or global search (map-reduce over community summaries), then synthesises a cited answer.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GraphRAG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limits of vector-only rag within GraphRAG. It covers why local similarity fails on global, multi-hop and aggregative questions,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knowledge graph construction from text within GraphRAG. It covers lLM-driven entity and relationship extraction and schema design,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entity resolution and deduplication within GraphRAG. It covers merging coreferent entities into a clean graph,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community detection and summarisation within GraphRAG. It covers hierarchical clustering (e.g. Leiden) and map-reduce summaries,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local versus global search within GraphRAG. It covers entity-centric retrieval versus community-level synthesis,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graph + vector hybrid retrieval within GraphRAG. It covers combining structural traversal with semantic similarity,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query routing in graphrag within GraphRAG. It covers choosing local, global or hybrid strategies per question,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multi-hop reasoning over graphs within GraphRAG. It covers traversing relationships to answer connected questions,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of graphrag within GraphRAG. It covers comprehensiveness, diversity and groundedness metrics,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and indexing trade-offs within GraphRAG. It covers the build cost of graph extraction versus query-time value,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incremental graph updates within GraphRAG. It covers keeping the graph fresh as the corpus changes,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graphrag within GraphRAG. It covers pipelines, storage and monitoring,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and provenance within GraphRAG. It covers source attribution through graph edges,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graphrag reference architecture within GraphRAG. It covers indexing and query pipelines end to end,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GraphRAG. It covers an end-to-end reference implementation that integrates the components of a GraphRAG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graphrag system within GraphRAG. It covers a guided, build-along laboratory that constructs a functioning GraphRAG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research at scale within GraphRAG. It covers a detailed case study of deploying GraphRAG in a demanding research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GraphRAG. It covers the operational discipline required to run a GraphRAG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GraphRAG. It covers a rigorous approach to measuring and assuring the quality of a GraphRAG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GraphRAG. It covers the security, privacy and governance controls that make a GraphRAG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GraphRAG. It covers techniques for controlling cost and latency while scaling a GraphRAG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GraphRAG. It covers patterns for integrating a GraphRAG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GraphRAG. It covers emerging trends, open problems and research directions shaping the future of GraphRAG,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GraphRAG. It covers a substantial capstone project that consolidates the entire book into a portfolio-grade GraphRAG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GraphRAG. It covers a structured review and certification-style preparation covering the full breadth of GraphRAG,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GraphRAG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GraphRAG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research organisation set out to apply GraphRAG to literature synthesis across thousands of papers.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GraphRAG: Foundations</a:t>
            </a:r>
          </a:p>
          <a:p>
            <a:r>
              <a:rPr sz="1800">
                <a:solidFill>
                  <a:srgbClr val="475569"/>
                </a:solidFill>
              </a:rPr>
              <a:t>Knowledge-graph-grounded retrieval for global reasoning — a foundational guide for newcomers building a rigorous base.</a:t>
            </a:r>
          </a:p>
          <a:p>
            <a:r>
              <a:rPr sz="1300">
                <a:solidFill>
                  <a:srgbClr val="475569"/>
                </a:solidFill>
              </a:rPr>
              <a:t>AI-University Press   |   Dr. Ngozi Eze, Dr. Elena Petrova, The AI-University Faculty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GraphRAG augments retrieval-augmented generation with a knowledge graph constructed from a corpus, enabling multi-hop reasoning, community summarisation and global questions that flat vector retrieval cannot answer.</a:t>
            </a:r>
          </a:p>
          <a:p>
            <a:pPr>
              <a:spcAft>
                <a:spcPts val="800"/>
              </a:spcAft>
            </a:pPr>
            <a:r>
              <a:rPr sz="1800">
                <a:solidFill>
                  <a:srgbClr val="0F172A"/>
                </a:solidFill>
              </a:rPr>
              <a:t>• By extracting entities and relationships and clustering them into hierarchical communities, GraphRAG supports both local (entity-centric) and global (theme-level) queries with traceable structure.</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a:p>
            <a:pPr>
              <a:spcAft>
                <a:spcPts val="800"/>
              </a:spcAft>
            </a:pPr>
            <a:r>
              <a:rPr sz="1800">
                <a:solidFill>
                  <a:srgbClr val="0F172A"/>
                </a:solidFill>
              </a:rPr>
              <a:t>• The treatment is deliberately practical: the emphasis throughout is on decisions that hold up in production, backed by measurement rather than intuition.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GraphRAG and articulate where it creates value.</a:t>
            </a:r>
          </a:p>
          <a:p>
            <a:pPr>
              <a:spcAft>
                <a:spcPts val="800"/>
              </a:spcAft>
            </a:pPr>
            <a:r>
              <a:rPr sz="1800">
                <a:solidFill>
                  <a:srgbClr val="0F172A"/>
                </a:solidFill>
              </a:rPr>
              <a:t>• Design a reference architecture for a GraphRAG system that meets enterprise quality attributes.</a:t>
            </a:r>
          </a:p>
          <a:p>
            <a:pPr>
              <a:spcAft>
                <a:spcPts val="800"/>
              </a:spcAft>
            </a:pPr>
            <a:r>
              <a:rPr sz="1800">
                <a:solidFill>
                  <a:srgbClr val="0F172A"/>
                </a:solidFill>
              </a:rPr>
              <a:t>• Implement core GraphRAG components following production engineering standards.</a:t>
            </a:r>
          </a:p>
          <a:p>
            <a:pPr>
              <a:spcAft>
                <a:spcPts val="800"/>
              </a:spcAft>
            </a:pPr>
            <a:r>
              <a:rPr sz="1800">
                <a:solidFill>
                  <a:srgbClr val="0F172A"/>
                </a:solidFill>
              </a:rPr>
              <a:t>• Evaluate GraphRAG systems rigorously and gate releases on measurable quality.</a:t>
            </a:r>
          </a:p>
          <a:p>
            <a:pPr>
              <a:spcAft>
                <a:spcPts val="800"/>
              </a:spcAft>
            </a:pPr>
            <a:r>
              <a:rPr sz="1800">
                <a:solidFill>
                  <a:srgbClr val="0F172A"/>
                </a:solidFill>
              </a:rPr>
              <a:t>• Apply security, privacy and governance controls appropriate to GraphRAG.</a:t>
            </a:r>
          </a:p>
          <a:p>
            <a:pPr>
              <a:spcAft>
                <a:spcPts val="800"/>
              </a:spcAft>
            </a:pPr>
            <a:r>
              <a:rPr sz="1800">
                <a:solidFill>
                  <a:srgbClr val="0F172A"/>
                </a:solidFill>
              </a:rPr>
              <a:t>• Operate GraphRAG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GraphRAG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GraphRAG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GraphRAG as a systems discipline.</a:t>
            </a:r>
          </a:p>
          <a:p>
            <a:pPr>
              <a:spcAft>
                <a:spcPts val="800"/>
              </a:spcAft>
            </a:pPr>
            <a:r>
              <a:rPr sz="1800">
                <a:solidFill>
                  <a:srgbClr val="0F172A"/>
                </a:solidFill>
              </a:rPr>
              <a:t>• GraphRAG indexing extracts entities and relations from chunks, resolves duplicates, builds a graph, detects communities and pre-summarises them.</a:t>
            </a:r>
          </a:p>
          <a:p>
            <a:pPr>
              <a:spcAft>
                <a:spcPts val="800"/>
              </a:spcAft>
            </a:pPr>
            <a:r>
              <a:rPr sz="1800">
                <a:solidFill>
                  <a:srgbClr val="0F172A"/>
                </a:solidFill>
              </a:rPr>
              <a:t>• At query time a router selects local search (entity neighbourhoods + linked text) or global search (map-reduce over community summaries), then synthesises a cited answer.</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GraphRAG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Limits of Vector-Only RAG</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limits of vector-only rag within GraphRAG. It covers why local similarity fails on global, multi-hop and aggregative questions,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Knowledge Graph Construction from Text</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knowledge graph construction from text within GraphRAG. It covers lLM-driven entity and relationship extraction and schema design,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Entity Resolution and Deduplication</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entity resolution and deduplication within GraphRAG. It covers merging coreferent entities into a clean graph,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Community Detection and Summarisation</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community detection and summarisation within GraphRAG. It covers hierarchical clustering (e.g.</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Local versus Global Search</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local versus global search within GraphRAG. It covers entity-centric retrieval versus community-level synthesis,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Graph + Vector Hybrid Retrieval</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graph + vector hybrid retrieval within GraphRAG. It covers combining structural traversal with semantic similarity,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Query Routing in GraphRAG</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query routing in graphrag within GraphRAG. It covers choosing local, global or hybrid strategies per question,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Multi-Hop Reasoning over Graphs</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multi-hop reasoning over graphs within GraphRAG. It covers traversing relationships to answer connected questions,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Evaluation of GraphRAG</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of graphrag within GraphRAG. It covers comprehensiveness, diversity and groundedness metrics,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Cost and Indexing Trade-offs</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and indexing trade-offs within GraphRAG. It covers the build cost of graph extraction versus query-time value,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Incremental Graph Updates</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incremental graph updates within GraphRAG. It covers keeping the graph fresh as the corpus changes,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Operating GraphRAG</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graphrag within GraphRAG. It covers pipelines, storage and monitoring,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Security and Provenance</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and provenance within GraphRAG. It covers source attribution through graph edges,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GraphRAG Reference Architecture</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graphrag reference architecture within GraphRAG. It covers indexing and query pipelines end to end,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GraphRAG. It covers an end-to-end reference implementation that integrates the components of a GraphRAG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GraphRAG System</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graphrag system within GraphRAG. It covers a guided, build-along laboratory that constructs a functioning GraphRAG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Research at Scale</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research at scale within GraphRAG. It covers a detailed case study of deploying GraphRAG in a demanding research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GraphRAG. It covers the operational discipline required to run a GraphRAG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GraphRAG. It covers a rigorous approach to measuring and assuring the quality of a GraphRAG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GraphRAG. It covers the security, privacy and governance controls that make a GraphRAG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GraphRAG. It covers techniques for controlling cost and latency while scaling a GraphRAG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GraphRAG. It covers patterns for integrating a GraphRAG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GraphRAG. It covers emerging trends, open problems and research directions shaping the future of GraphRAG,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GraphRAG. It covers a substantial capstone project that consolidates the entire book into a portfolio-grade GraphRAG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GraphRAG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GraphRAG. It covers a structured review and certification-style preparation covering the full breadth of GraphRAG,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GraphRAG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GraphRAG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Research: GraphRAG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research organisation set out to apply GraphRAG to literature synthesis across thousands of papers.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GraphRAG: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978-7-99959-149-8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