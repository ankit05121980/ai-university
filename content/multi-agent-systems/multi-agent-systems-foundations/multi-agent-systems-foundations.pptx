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'Multi-Agent Systems: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Multi-agent systems decompose complex goals across specialised agents that communicate, coordinate and sometimes debate to produce better outcomes than a single agent. They introduce challenges of orchestration, communication protocols, conflict resolution and emergent behaviour. This book covers topologies, coordination patterns, shared memory, evaluation and the operational risks of multi-agent autonomy.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Multi-Agent Systems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Multi-Agent Systems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Multi-Agent Systems as a systems discipline. A multi-agent platform uses a supervisor/orchestrator that routes subtasks to specialised worker agents, a shared state store for coordination, a message bus for structured communication, and global guardrails enforcing budgets and permissions. Distributed tracing stitches together cross-agent trajectories.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Multi-Agent Systems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why multiple agents within Multi-Agent Systems. It covers specialisation, parallelism and separation of concerns,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agent roles and topologies within Multi-Agent Systems. It covers hierarchical, sequential, network and market-based organisations,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communication protocols within Multi-Agent Systems. It covers message passing, shared blackboards and structured handoffs,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orchestration and routing within Multi-Agent Systems. It covers supervisors, routers and dynamic task allocation,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shared memory and state within Multi-Agent Systems. It covers coordinating context across agents safely,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debate and consensus within Multi-Agent Systems. It covers multi-agent debate, voting and critique for quality,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conflict resolution within Multi-Agent Systems. It covers handling disagreement and contradictory actions,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tool and resource contention within Multi-Agent Systems. It covers coordinating access to shared external systems,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emergent behaviour and risk within Multi-Agent Systems. It covers unintended dynamics and how to contain them,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evaluating multi-agent systems within Multi-Agent Systems. It covers end-to-end task success and per-agent contribution,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control at team scale within Multi-Agent Systems. It covers budgeting across many concurrent agents,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frameworks and patterns within Multi-Agent Systems. It covers comparing orchestration frameworks,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observability across agents within Multi-Agent Systems. It covers tracing distributed agent interactions,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multi-agent reference architecture within Multi-Agent Systems. It covers supervisor, workers, shared memory and guardrails,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Multi-Agent Systems. It covers an end-to-end reference implementation that integrates the components of a Multi-Agent Systems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multi-agent systems system within Multi-Agent Systems. It covers a guided, build-along laboratory that constructs a functioning Multi-Agent Systems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software at scale within Multi-Agent Systems. It covers a detailed case study of deploying Multi-Agent Systems in a demanding software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Multi-Agent Systems. It covers the operational discipline required to run a Multi-Agent Systems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Multi-Agent Systems. It covers a rigorous approach to measuring and assuring the quality of a Multi-Agent Systems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Multi-Agent Systems. It covers the security, privacy and governance controls that make a Multi-Agent Systems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Multi-Agent Systems. It covers techniques for controlling cost and latency while scaling a Multi-Agent Systems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Multi-Agent Systems. It covers patterns for integrating a Multi-Agent Systems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Multi-Agent Systems. It covers emerging trends, open problems and research directions shaping the future of Multi-Agent Systems,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Multi-Agent Systems. It covers a substantial capstone project that consolidates the entire book into a portfolio-grade Multi-Agent Systems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Multi-Agent Systems. It covers a structured review and certification-style preparation covering the full breadth of Multi-Agent Systems,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Multi-Agent Systems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Multi-Agent Systems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software organisation set out to apply Multi-Agent Systems to planner, coder, reviewer and tester agents collaborating.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Multi-Agent Systems: Foundations</a:t>
            </a:r>
          </a:p>
          <a:p>
            <a:r>
              <a:rPr sz="1800">
                <a:solidFill>
                  <a:srgbClr val="475569"/>
                </a:solidFill>
              </a:rPr>
              <a:t>Coordinating teams of specialised AI agents — a foundational guide for newcomers building a rigorous base.</a:t>
            </a:r>
          </a:p>
          <a:p>
            <a:r>
              <a:rPr sz="1300">
                <a:solidFill>
                  <a:srgbClr val="475569"/>
                </a:solidFill>
              </a:rPr>
              <a:t>AI-University Press   |   Dr. Ngozi Eze, The AI-University Faculty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Multi-agent systems decompose complex goals across specialised agents that communicate, coordinate and sometimes debate to produce better outcomes than a single agent.</a:t>
            </a:r>
          </a:p>
          <a:p>
            <a:pPr>
              <a:spcAft>
                <a:spcPts val="800"/>
              </a:spcAft>
            </a:pPr>
            <a:r>
              <a:rPr sz="1800">
                <a:solidFill>
                  <a:srgbClr val="0F172A"/>
                </a:solidFill>
              </a:rPr>
              <a:t>• They introduce challenges of orchestration, communication protocols, conflict resolution and emergent behaviour.</a:t>
            </a:r>
          </a:p>
          <a:p>
            <a:pPr>
              <a:spcAft>
                <a:spcPts val="800"/>
              </a:spcAft>
            </a:pPr>
            <a:r>
              <a:rPr sz="1800">
                <a:solidFill>
                  <a:srgbClr val="0F172A"/>
                </a:solidFill>
              </a:rPr>
              <a:t>• This book covers topologies, coordination patterns, shared memory, evaluation and the operational risks of multi-agent autonomy.</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Multi-Agent Systems and articulate where it creates value.</a:t>
            </a:r>
          </a:p>
          <a:p>
            <a:pPr>
              <a:spcAft>
                <a:spcPts val="800"/>
              </a:spcAft>
            </a:pPr>
            <a:r>
              <a:rPr sz="1800">
                <a:solidFill>
                  <a:srgbClr val="0F172A"/>
                </a:solidFill>
              </a:rPr>
              <a:t>• Design a reference architecture for a Multi-Agent Systems system that meets enterprise quality attributes.</a:t>
            </a:r>
          </a:p>
          <a:p>
            <a:pPr>
              <a:spcAft>
                <a:spcPts val="800"/>
              </a:spcAft>
            </a:pPr>
            <a:r>
              <a:rPr sz="1800">
                <a:solidFill>
                  <a:srgbClr val="0F172A"/>
                </a:solidFill>
              </a:rPr>
              <a:t>• Implement core Multi-Agent Systems components following production engineering standards.</a:t>
            </a:r>
          </a:p>
          <a:p>
            <a:pPr>
              <a:spcAft>
                <a:spcPts val="800"/>
              </a:spcAft>
            </a:pPr>
            <a:r>
              <a:rPr sz="1800">
                <a:solidFill>
                  <a:srgbClr val="0F172A"/>
                </a:solidFill>
              </a:rPr>
              <a:t>• Evaluate Multi-Agent Systems systems rigorously and gate releases on measurable quality.</a:t>
            </a:r>
          </a:p>
          <a:p>
            <a:pPr>
              <a:spcAft>
                <a:spcPts val="800"/>
              </a:spcAft>
            </a:pPr>
            <a:r>
              <a:rPr sz="1800">
                <a:solidFill>
                  <a:srgbClr val="0F172A"/>
                </a:solidFill>
              </a:rPr>
              <a:t>• Apply security, privacy and governance controls appropriate to Multi-Agent Systems.</a:t>
            </a:r>
          </a:p>
          <a:p>
            <a:pPr>
              <a:spcAft>
                <a:spcPts val="800"/>
              </a:spcAft>
            </a:pPr>
            <a:r>
              <a:rPr sz="1800">
                <a:solidFill>
                  <a:srgbClr val="0F172A"/>
                </a:solidFill>
              </a:rPr>
              <a:t>• Operate Multi-Agent Systems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Multi-Agent Systems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Multi-Agent Systems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Multi-Agent Systems as a systems discipline.</a:t>
            </a:r>
          </a:p>
          <a:p>
            <a:pPr>
              <a:spcAft>
                <a:spcPts val="800"/>
              </a:spcAft>
            </a:pPr>
            <a:r>
              <a:rPr sz="1800">
                <a:solidFill>
                  <a:srgbClr val="0F172A"/>
                </a:solidFill>
              </a:rPr>
              <a:t>• A multi-agent platform uses a supervisor/orchestrator that routes subtasks to specialised worker agents, a shared state store for coordination, a message bus for structured communication, and global guardrails enforcing budgets and permissions.</a:t>
            </a:r>
          </a:p>
          <a:p>
            <a:pPr>
              <a:spcAft>
                <a:spcPts val="800"/>
              </a:spcAft>
            </a:pPr>
            <a:r>
              <a:rPr sz="1800">
                <a:solidFill>
                  <a:srgbClr val="0F172A"/>
                </a:solidFill>
              </a:rPr>
              <a:t>• Distributed tracing stitches together cross-agent trajectories.</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Multi-Agent Systems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Why Multiple Agents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why multiple agents within Multi-Agent Systems. It covers specialisation, parallelism and separation of concerns,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Agent Roles and Topologies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agent roles and topologies within Multi-Agent Systems. It covers hierarchical, sequential, network and market-based organisations,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Communication Protocols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communication protocols within Multi-Agent Systems. It covers message passing, shared blackboards and structured handoffs,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Orchestration and Routing</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orchestration and routing within Multi-Agent Systems. It covers supervisors, routers and dynamic task allocation,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Shared Memory and State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shared memory and state within Multi-Agent Systems. It covers coordinating context across agents safely,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Debate and Consensus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debate and consensus within Multi-Agent Systems. It covers multi-agent debate, voting and critique for quality,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Conflict Resolution</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conflict resolution within Multi-Agent Systems. It covers handling disagreement and contradictory actions,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Tool and Resource Contention</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tool and resource contention within Multi-Agent Systems. It covers coordinating access to shared external systems,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Emergent Behaviour and Risk</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emergent behaviour and risk within Multi-Agent Systems. It covers unintended dynamics and how to contain them,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Evaluating Multi-Agent Systems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evaluating multi-agent systems within Multi-Agent Systems. It covers end-to-end task success and per-agent contribution,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Cost Control at Team Scale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control at team scale within Multi-Agent Systems. It covers budgeting across many concurrent agents,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Frameworks and Patterns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frameworks and patterns within Multi-Agent Systems. It covers comparing orchestration frameworks,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Observability Across Agents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observability across agents within Multi-Agent Systems. It covers tracing distributed agent interactions,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Multi-Agent Reference Architecture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multi-agent reference architecture within Multi-Agent Systems. It covers supervisor, workers, shared memory and guardrails,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Multi-Agent Systems. It covers an end-to-end reference implementation that integrates the components of a Multi-Agent Systems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Multi-Agent Systems System</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multi-agent systems system within Multi-Agent Systems. It covers a guided, build-along laboratory that constructs a functioning Multi-Agent Systems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Software at Scale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software at scale within Multi-Agent Systems. It covers a detailed case study of deploying Multi-Agent Systems in a demanding software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Multi-Agent Systems. It covers the operational discipline required to run a Multi-Agent Systems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Multi-Agent Systems. It covers a rigorous approach to measuring and assuring the quality of a Multi-Agent Systems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Multi-Agent Systems. It covers the security, privacy and governance controls that make a Multi-Agent Systems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Multi-Agent Systems. It covers techniques for controlling cost and latency while scaling a Multi-Agent Systems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Multi-Agent Systems. It covers patterns for integrating a Multi-Agent Systems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Multi-Agent Systems. It covers emerging trends, open problems and research directions shaping the future of Multi-Agent Systems,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Multi-Agent Systems. It covers a substantial capstone project that consolidates the entire book into a portfolio-grade Multi-Agent Systems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Multi-Agent Systems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Multi-Agent Systems. It covers a structured review and certification-style preparation covering the full breadth of Multi-Agent Systems,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Multi-Agent Systems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Multi-Agent Systems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Software: Multi-Agent Systems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software organisation set out to apply Multi-Agent Systems to planner, coder, reviewer and tester agents collaborating.</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Multi-Agent Systems: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978-3-54422-493-4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