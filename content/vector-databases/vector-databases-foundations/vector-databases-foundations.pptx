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'Vector Databases: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Vector databases store embeddings alongside metadata and provide fast approximate nearest-neighbour search, filtering and hybrid retrieval. They are the storage backbone of retrieval-augmented generation and semantic search. This book covers indexing algorithms, consistency and scaling models, metadata filtering, and how to operate a vector store with the same rigour as any production datastore.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Vector Databases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Vector Databases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Vector Databases as a systems discipline. A vector database deployment partitions collections into shards, each holding an ANN index in memory or on SSD, replicated for availability. A query coordinator fans out filtered ANN searches, merges results and applies metadata predicates. An ingestion path handles upserts and deletes with background index maintenance.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Vector Databases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case for purpose-built vector stores within Vector Databases. It covers why ANN, filtering and freshness demand specialised systems,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ann indexing algorithms within Vector Databases. It covers hNSW graphs, IVF, PQ and DiskANN and their recall/latency/memory profiles,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distance metrics and quantisation within Vector Databases. It covers cosine/dot/L2 and scalar/product quantisation trade-offs,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metadata filtering and hybrid queries within Vector Databases. It covers pre- versus post-filtering and combining structured predicates with vectors,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sharding, replication and scaling within Vector Databases. It covers horizontal scaling, consistency models and high availability,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freshness, upserts and deletes within Vector Databases. It covers handling streaming updates without full re-indexing,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hybrid and multi-vector retrieval within Vector Databases. It covers late-interaction (ColBERT) and sparse+dense fusion,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benchmarking vector databases within Vector Databases. It covers recall, QPS, p99 latency and cost per million vectors,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and multi-tenancy within Vector Databases. It covers namespace isolation, access control and encryption,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and capacity planning within Vector Databases. It covers memory versus disk indexes and right-sizing infrastructure,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Vector Databases. It covers backups, monitoring, re-indexing and disaster recovery,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choosing a vector database within Vector Databases. It covers managed versus self-hosted and integration considerations,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with the rag pipeline within Vector Databases. It covers where the vector store sits and how it is queried,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reference architecture and patterns within Vector Databases. It covers a production-grade deployment blueprint,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Vector Databases. It covers an end-to-end reference implementation that integrates the components of a Vector Databases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vector databases system within Vector Databases. It covers a guided, build-along laboratory that constructs a functioning Vector Databases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knowledge at scale within Vector Databases. It covers a detailed case study of deploying Vector Databases in a demanding knowledge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Vector Databases. It covers the operational discipline required to run a Vector Databases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Vector Databases. It covers a rigorous approach to measuring and assuring the quality of a Vector Databases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Vector Databases. It covers the security, privacy and governance controls that make a Vector Databases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Vector Databases. It covers techniques for controlling cost and latency while scaling a Vector Databases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Vector Databases. It covers patterns for integrating a Vector Databases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Vector Databases. It covers emerging trends, open problems and research directions shaping the future of Vector Databases,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Vector Databases. It covers a substantial capstone project that consolidates the entire book into a portfolio-grade Vector Databases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Vector Databases. It covers a structured review and certification-style preparation covering the full breadth of Vector Databases,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Vector Databases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Vector Databases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knowledge organisation set out to apply Vector Databases to powering RAG over millions of enterprise documents.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Vector Databases: Foundations</a:t>
            </a:r>
          </a:p>
          <a:p>
            <a:r>
              <a:rPr sz="1800">
                <a:solidFill>
                  <a:srgbClr val="475569"/>
                </a:solidFill>
              </a:rPr>
              <a:t>Storing and searching high-dimensional vectors at scale — a foundational guide for newcomers building a rigorous base.</a:t>
            </a:r>
          </a:p>
          <a:p>
            <a:r>
              <a:rPr sz="1300">
                <a:solidFill>
                  <a:srgbClr val="475569"/>
                </a:solidFill>
              </a:rPr>
              <a:t>AI-University Press   |   Dr. Elena Petrova, Dr. Ngozi Eze, The AI-University Faculty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Vector databases store embeddings alongside metadata and provide fast approximate nearest-neighbour search, filtering and hybrid retrieval.</a:t>
            </a:r>
          </a:p>
          <a:p>
            <a:pPr>
              <a:spcAft>
                <a:spcPts val="800"/>
              </a:spcAft>
            </a:pPr>
            <a:r>
              <a:rPr sz="1800">
                <a:solidFill>
                  <a:srgbClr val="0F172A"/>
                </a:solidFill>
              </a:rPr>
              <a:t>• They are the storage backbone of retrieval-augmented generation and semantic search.</a:t>
            </a:r>
          </a:p>
          <a:p>
            <a:pPr>
              <a:spcAft>
                <a:spcPts val="800"/>
              </a:spcAft>
            </a:pPr>
            <a:r>
              <a:rPr sz="1800">
                <a:solidFill>
                  <a:srgbClr val="0F172A"/>
                </a:solidFill>
              </a:rPr>
              <a:t>• This book covers indexing algorithms, consistency and scaling models, metadata filtering, and how to operate a vector store with the same rigour as any production datastore.</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Vector Databases and articulate where it creates value.</a:t>
            </a:r>
          </a:p>
          <a:p>
            <a:pPr>
              <a:spcAft>
                <a:spcPts val="800"/>
              </a:spcAft>
            </a:pPr>
            <a:r>
              <a:rPr sz="1800">
                <a:solidFill>
                  <a:srgbClr val="0F172A"/>
                </a:solidFill>
              </a:rPr>
              <a:t>• Design a reference architecture for a Vector Databases system that meets enterprise quality attributes.</a:t>
            </a:r>
          </a:p>
          <a:p>
            <a:pPr>
              <a:spcAft>
                <a:spcPts val="800"/>
              </a:spcAft>
            </a:pPr>
            <a:r>
              <a:rPr sz="1800">
                <a:solidFill>
                  <a:srgbClr val="0F172A"/>
                </a:solidFill>
              </a:rPr>
              <a:t>• Implement core Vector Databases components following production engineering standards.</a:t>
            </a:r>
          </a:p>
          <a:p>
            <a:pPr>
              <a:spcAft>
                <a:spcPts val="800"/>
              </a:spcAft>
            </a:pPr>
            <a:r>
              <a:rPr sz="1800">
                <a:solidFill>
                  <a:srgbClr val="0F172A"/>
                </a:solidFill>
              </a:rPr>
              <a:t>• Evaluate Vector Databases systems rigorously and gate releases on measurable quality.</a:t>
            </a:r>
          </a:p>
          <a:p>
            <a:pPr>
              <a:spcAft>
                <a:spcPts val="800"/>
              </a:spcAft>
            </a:pPr>
            <a:r>
              <a:rPr sz="1800">
                <a:solidFill>
                  <a:srgbClr val="0F172A"/>
                </a:solidFill>
              </a:rPr>
              <a:t>• Apply security, privacy and governance controls appropriate to Vector Databases.</a:t>
            </a:r>
          </a:p>
          <a:p>
            <a:pPr>
              <a:spcAft>
                <a:spcPts val="800"/>
              </a:spcAft>
            </a:pPr>
            <a:r>
              <a:rPr sz="1800">
                <a:solidFill>
                  <a:srgbClr val="0F172A"/>
                </a:solidFill>
              </a:rPr>
              <a:t>• Operate Vector Databases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Vector Databases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Vector Databases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Vector Databases as a systems discipline.</a:t>
            </a:r>
          </a:p>
          <a:p>
            <a:pPr>
              <a:spcAft>
                <a:spcPts val="800"/>
              </a:spcAft>
            </a:pPr>
            <a:r>
              <a:rPr sz="1800">
                <a:solidFill>
                  <a:srgbClr val="0F172A"/>
                </a:solidFill>
              </a:rPr>
              <a:t>• A vector database deployment partitions collections into shards, each holding an ANN index in memory or on SSD, replicated for availability.</a:t>
            </a:r>
          </a:p>
          <a:p>
            <a:pPr>
              <a:spcAft>
                <a:spcPts val="800"/>
              </a:spcAft>
            </a:pPr>
            <a:r>
              <a:rPr sz="1800">
                <a:solidFill>
                  <a:srgbClr val="0F172A"/>
                </a:solidFill>
              </a:rPr>
              <a:t>• A query coordinator fans out filtered ANN searches, merges results and applies metadata predicates.</a:t>
            </a:r>
          </a:p>
          <a:p>
            <a:pPr>
              <a:spcAft>
                <a:spcPts val="800"/>
              </a:spcAft>
            </a:pPr>
            <a:r>
              <a:rPr sz="1800">
                <a:solidFill>
                  <a:srgbClr val="0F172A"/>
                </a:solidFill>
              </a:rPr>
              <a:t>• An ingestion path handles upserts and deletes with background index maintenance.</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Vector Databases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The Case for Purpose-Built Vector Stores</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case for purpose-built vector stores within Vector Databases. It covers why ANN, filtering and freshness demand specialised systems,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ANN Indexing Algorithms</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ann indexing algorithms within Vector Databases. It covers hNSW graphs, IVF, PQ and DiskANN and their recall/latency/memory profiles,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Distance Metrics and Quantisation</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distance metrics and quantisation within Vector Databases. It covers cosine/dot/L2 and scalar/product quantisation trade-offs,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Metadata Filtering and Hybrid Queries</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metadata filtering and hybrid queries within Vector Databases. It covers pre- versus post-filtering and combining structured predicates with vectors,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Sharding, Replication and Scaling</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sharding, replication and scaling within Vector Databases. It covers horizontal scaling, consistency models and high availability,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Freshness, Upserts and Deletes</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freshness, upserts and deletes within Vector Databases. It covers handling streaming updates without full re-indexing,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Hybrid and Multi-Vector Retrieval</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hybrid and multi-vector retrieval within Vector Databases. It covers late-interaction (ColBERT) and sparse+dense fusion,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Benchmarking Vector Databases</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benchmarking vector databases within Vector Databases. It covers recall, QPS, p99 latency and cost per million vectors,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Security and Multi-Tenancy</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and multi-tenancy within Vector Databases. It covers namespace isolation, access control and encryption,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Cost and Capacity Planning</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and capacity planning within Vector Databases. It covers memory versus disk indexes and right-sizing infrastructure,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Operating in Production</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Vector Databases. It covers backups, monitoring, re-indexing and disaster recovery,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Choosing a Vector Database</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choosing a vector database within Vector Databases. It covers managed versus self-hosted and integration considerations,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Integration with the RAG Pipeline</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with the rag pipeline within Vector Databases. It covers where the vector store sits and how it is queried,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Reference Architecture and Patterns</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reference architecture and patterns within Vector Databases. It covers a production-grade deployment blueprint,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Vector Databases. It covers an end-to-end reference implementation that integrates the components of a Vector Databases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Vector Databases System</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vector databases system within Vector Databases. It covers a guided, build-along laboratory that constructs a functioning Vector Databases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Knowledge at Scale</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knowledge at scale within Vector Databases. It covers a detailed case study of deploying Vector Databases in a demanding knowledge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Vector Databases. It covers the operational discipline required to run a Vector Databases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Vector Databases. It covers a rigorous approach to measuring and assuring the quality of a Vector Databases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Vector Databases. It covers the security, privacy and governance controls that make a Vector Databases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Vector Databases. It covers techniques for controlling cost and latency while scaling a Vector Databases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Vector Databases. It covers patterns for integrating a Vector Databases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Vector Databases. It covers emerging trends, open problems and research directions shaping the future of Vector Databases,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Vector Databases. It covers a substantial capstone project that consolidates the entire book into a portfolio-grade Vector Databases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Vector Databases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Vector Databases. It covers a structured review and certification-style preparation covering the full breadth of Vector Databases,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Vector Databases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Vector Databases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Knowledge: Vector Databases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knowledge organisation set out to apply Vector Databases to powering RAG over millions of enterprise documents.</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Vector Databases: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978-4-43841-123-2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