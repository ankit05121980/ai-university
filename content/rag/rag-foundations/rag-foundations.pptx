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'RAG: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Retrieval-augmented generation grounds a language model in external knowledge by retrieving relevant context at query time and conditioning generation on it. RAG reduces hallucination, enables citation, keeps answers current and lets organisations leverage proprietary data without retraining. This book covers the full RAG lifecycle: ingestion and chunking, retrieval and re-ranking, prompt assembly, evaluation and production operations.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RAG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RAG as a systems discipline. A RAG system has an offline ingestion pipeline (parse → chunk → embed → index) and an online query pipeline (query transform → hybrid retrieve → re-rank → assemble prompt → generate → cite). Access control filters retrieval by user permissions, and an evaluation service continuously scores faithfulness and relevance on sampled traffic.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RAG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why rag: grounding and freshness within RAG. It covers the limits of parametric knowledge and the case for retrieval,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document ingestion and chunking within RAG. It covers parsing, semantic chunking, overlap and metadata extraction,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embedding and indexing strategy within RAG. It covers choosing models, dimensions and index types for the corpus,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retrieval and query transformation within RAG. It covers query rewriting, HyDE, multi-query and hybrid search,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re-ranking and context selection within RAG. It covers cross-encoders, maximal marginal relevance and context budgeting,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prompt assembly and citation within RAG. It covers grounding instructions, source attribution and refusal on low confidence,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advanced rag patterns within RAG. It covers parent-document, sentence-window, fusion and agentic retrieval,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of rag systems within RAG. It covers faithfulness, answer relevance, context precision/recall (RAGAS-style),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handling tables, images and code within RAG. It covers multimodal and structured-content retrieval,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caching and cost optimisation within RAG. It covers semantic caching and retrieval reuse,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and access control in rag within RAG. It covers row-level permissions and preventing data leakage across tenants,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rag in production within RAG. It covers monitoring retrieval quality, drift and feedback loops,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failure modes and debugging within RAG. It covers diagnosing retrieval versus generation failures,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end-to-end rag reference architecture within RAG. It covers a production blueprint from ingestion to answer,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RAG. It covers an end-to-end reference implementation that integrates the components of a RAG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rag system within RAG. It covers a guided, build-along laboratory that constructs a functioning RAG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enterprise at scale within RAG. It covers a detailed case study of deploying RAG in a demanding enterprise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RAG. It covers the operational discipline required to run a RAG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RAG. It covers a rigorous approach to measuring and assuring the quality of a RAG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RAG. It covers the security, privacy and governance controls that make a RAG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RAG. It covers techniques for controlling cost and latency while scaling a RAG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RAG. It covers patterns for integrating a RAG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RAG. It covers emerging trends, open problems and research directions shaping the future of RAG,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RAG. It covers a substantial capstone project that consolidates the entire book into a portfolio-grade RAG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RAG. It covers a structured review and certification-style preparation covering the full breadth of RAG,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RAG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RAG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enterprise organisation set out to apply RAG to grounded internal Q&amp;A over policies and wikis with citations.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RAG: Foundations</a:t>
            </a:r>
          </a:p>
          <a:p>
            <a:r>
              <a:rPr sz="1800">
                <a:solidFill>
                  <a:srgbClr val="475569"/>
                </a:solidFill>
              </a:rPr>
              <a:t>Retrieval-augmented generation for grounded, current answers — a foundational guide for newcomers building a rigorous base.</a:t>
            </a:r>
          </a:p>
          <a:p>
            <a:r>
              <a:rPr sz="1300">
                <a:solidFill>
                  <a:srgbClr val="475569"/>
                </a:solidFill>
              </a:rPr>
              <a:t>AI-University Press   |   Dr. Elena Petrova, The AI-University Faculty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Retrieval-augmented generation grounds a language model in external knowledge by retrieving relevant context at query time and conditioning generation on it.</a:t>
            </a:r>
          </a:p>
          <a:p>
            <a:pPr>
              <a:spcAft>
                <a:spcPts val="800"/>
              </a:spcAft>
            </a:pPr>
            <a:r>
              <a:rPr sz="1800">
                <a:solidFill>
                  <a:srgbClr val="0F172A"/>
                </a:solidFill>
              </a:rPr>
              <a:t>• RAG reduces hallucination, enables citation, keeps answers current and lets organisations leverage proprietary data without retraining.</a:t>
            </a:r>
          </a:p>
          <a:p>
            <a:pPr>
              <a:spcAft>
                <a:spcPts val="800"/>
              </a:spcAft>
            </a:pPr>
            <a:r>
              <a:rPr sz="1800">
                <a:solidFill>
                  <a:srgbClr val="0F172A"/>
                </a:solidFill>
              </a:rPr>
              <a:t>• This book covers the full RAG lifecycle: ingestion and chunking, retrieval and re-ranking, prompt assembly, evaluation and production operations.</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RAG and articulate where it creates value.</a:t>
            </a:r>
          </a:p>
          <a:p>
            <a:pPr>
              <a:spcAft>
                <a:spcPts val="800"/>
              </a:spcAft>
            </a:pPr>
            <a:r>
              <a:rPr sz="1800">
                <a:solidFill>
                  <a:srgbClr val="0F172A"/>
                </a:solidFill>
              </a:rPr>
              <a:t>• Design a reference architecture for a RAG system that meets enterprise quality attributes.</a:t>
            </a:r>
          </a:p>
          <a:p>
            <a:pPr>
              <a:spcAft>
                <a:spcPts val="800"/>
              </a:spcAft>
            </a:pPr>
            <a:r>
              <a:rPr sz="1800">
                <a:solidFill>
                  <a:srgbClr val="0F172A"/>
                </a:solidFill>
              </a:rPr>
              <a:t>• Implement core RAG components following production engineering standards.</a:t>
            </a:r>
          </a:p>
          <a:p>
            <a:pPr>
              <a:spcAft>
                <a:spcPts val="800"/>
              </a:spcAft>
            </a:pPr>
            <a:r>
              <a:rPr sz="1800">
                <a:solidFill>
                  <a:srgbClr val="0F172A"/>
                </a:solidFill>
              </a:rPr>
              <a:t>• Evaluate RAG systems rigorously and gate releases on measurable quality.</a:t>
            </a:r>
          </a:p>
          <a:p>
            <a:pPr>
              <a:spcAft>
                <a:spcPts val="800"/>
              </a:spcAft>
            </a:pPr>
            <a:r>
              <a:rPr sz="1800">
                <a:solidFill>
                  <a:srgbClr val="0F172A"/>
                </a:solidFill>
              </a:rPr>
              <a:t>• Apply security, privacy and governance controls appropriate to RAG.</a:t>
            </a:r>
          </a:p>
          <a:p>
            <a:pPr>
              <a:spcAft>
                <a:spcPts val="800"/>
              </a:spcAft>
            </a:pPr>
            <a:r>
              <a:rPr sz="1800">
                <a:solidFill>
                  <a:srgbClr val="0F172A"/>
                </a:solidFill>
              </a:rPr>
              <a:t>• Operate RAG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RAG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RAG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RAG as a systems discipline.</a:t>
            </a:r>
          </a:p>
          <a:p>
            <a:pPr>
              <a:spcAft>
                <a:spcPts val="800"/>
              </a:spcAft>
            </a:pPr>
            <a:r>
              <a:rPr sz="1800">
                <a:solidFill>
                  <a:srgbClr val="0F172A"/>
                </a:solidFill>
              </a:rPr>
              <a:t>• A RAG system has an offline ingestion pipeline (parse → chunk → embed → index) and an online query pipeline (query transform → hybrid retrieve → re-rank → assemble prompt → generate → cite).</a:t>
            </a:r>
          </a:p>
          <a:p>
            <a:pPr>
              <a:spcAft>
                <a:spcPts val="800"/>
              </a:spcAft>
            </a:pPr>
            <a:r>
              <a:rPr sz="1800">
                <a:solidFill>
                  <a:srgbClr val="0F172A"/>
                </a:solidFill>
              </a:rPr>
              <a:t>• Access control filters retrieval by user permissions, and an evaluation service continuously scores faithfulness and relevance on sampled traffic.</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RAG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Why RAG: Grounding and Freshness</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why rag: grounding and freshness within RAG. It covers the limits of parametric knowledge and the case for retrieval,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Document Ingestion and Chunking</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document ingestion and chunking within RAG. It covers parsing, semantic chunking, overlap and metadata extraction,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Embedding and Indexing Strategy</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embedding and indexing strategy within RAG. It covers choosing models, dimensions and index types for the corpus,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Retrieval and Query Transformation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retrieval and query transformation within RAG. It covers query rewriting, HyDE, multi-query and hybrid search,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Re-ranking and Context Selection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re-ranking and context selection within RAG. It covers cross-encoders, maximal marginal relevance and context budgeting,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Prompt Assembly and Citation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prompt assembly and citation within RAG. It covers grounding instructions, source attribution and refusal on low confidence,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Advanced RAG Patterns</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advanced rag patterns within RAG. It covers parent-document, sentence-window, fusion and agentic retrieval,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Evaluation of RAG Systems</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of rag systems within RAG. It covers faithfulness, answer relevance, context precision/recall (RAGAS-style),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Handling Tables, Images and Code</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handling tables, images and code within RAG. It covers multimodal and structured-content retrieval,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Caching and Cost Optimisation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caching and cost optimisation within RAG. It covers semantic caching and retrieval reuse,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Security and Access Control in RAG</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and access control in rag within RAG. It covers row-level permissions and preventing data leakage across tenants,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Operating RAG in Production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rag in production within RAG. It covers monitoring retrieval quality, drift and feedback loops,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Failure Modes and Debugging</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failure modes and debugging within RAG. It covers diagnosing retrieval versus generation failures,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End-to-End RAG Reference Architecture</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end-to-end rag reference architecture within RAG. It covers a production blueprint from ingestion to answer,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RAG. It covers an end-to-end reference implementation that integrates the components of a RAG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RAG System</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rag system within RAG. It covers a guided, build-along laboratory that constructs a functioning RAG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Enterprise at Scale</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enterprise at scale within RAG. It covers a detailed case study of deploying RAG in a demanding enterprise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RAG. It covers the operational discipline required to run a RAG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RAG. It covers a rigorous approach to measuring and assuring the quality of a RAG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RAG. It covers the security, privacy and governance controls that make a RAG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RAG. It covers techniques for controlling cost and latency while scaling a RAG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RAG. It covers patterns for integrating a RAG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RAG. It covers emerging trends, open problems and research directions shaping the future of RAG,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RAG. It covers a substantial capstone project that consolidates the entire book into a portfolio-grade RAG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RAG. It covers a structured review and certification-style preparation covering the full breadth of RAG,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RAG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RAG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Enterprise: RAG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enterprise organisation set out to apply RAG to grounded internal Q&amp;A over policies and wikis with citations.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RAG: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978-0-40741-297-2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