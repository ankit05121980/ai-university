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'Generative AI: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refers to models that synthesise novel content—text, images, audio, code and structured data—by learning the distribution of training data and sampling from it. The enterprise value lies not in novelty but in productivity: drafting, summarisation, code generation, synthetic data and customer interaction. This book frames generative AI as a capability that must be productised: grounded in enterprise data, guarded against harmful output, evaluated continuously and operated under clear cost and latency budgets.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Generative AI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Generative AI as a systems discipline. A production generative-AI platform places a model gateway in front of one or more foundation models, with orchestration handling prompt assembly, retrieval, tool calls and guardrails. A semantic cache reduces cost and latency, an evaluation service scores responses offline and online, and an observability layer captures prompts, completions, tokens, cost and quality signals for every request.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Generative AI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generative modelling foundations within Generative AI. It covers likelihood-based versus implicit models; autoregressive, diffusion and variational approaches and the trade-offs between fidelity and diversity,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large language models as generators within Generative AI. It covers next-token prediction, sampling strategies (temperature, top-k, top-p) and the emergence of instruction following,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diffusion models for images and audio within Generative AI. It covers forward/reverse diffusion, denoising objectives, latent diffusion and classifier-free guidance,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multimodal generation within Generative AI. It covers joint text–image–audio models, cross-attention conditioning and unified tokenisation strategies,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grounding with enterprise data within Generative AI. It covers retrieval augmentation, tool use and structured outputs to keep generations factual and policy-compliant,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controllability and structured output within Generative AI. It covers constrained decoding, JSON/schema enforcement and function calling for reliable downstream integration,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of generative systems within Generative AI. It covers reference-based and reference-free metrics, LLM-as-judge, human preference evaluation and red-teaming,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safety, guardrails and content moderation within Generative AI. It covers input/output filtering, jailbreak resistance and layered defence in depth,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latency and throughput engineering within Generative AI. It covers token economics, caching, batching, distillation and routing across model tiers,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synthetic data generation within Generative AI. It covers augmenting scarce datasets, privacy-preserving generation and avoiding model collapse from recursive training,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enterprise use-case patterns within Generative AI. It covers assistants, copilots, summarisers and autonomous workflows mapped to value,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productionising generative applications within Generative AI. It covers prompt management, versioning, observability and continuous evaluation in CI,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governance and intellectual property within Generative AI. It covers provenance, watermarking, licensing and the legal landscape of generated content,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genai reference architecture within Generative AI. It covers gateways, orchestration, retrieval, guardrails and evaluation as a cohesive platform,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Generative AI. It covers an end-to-end reference implementation that integrates the components of a Generative AI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generative ai system within Generative AI. It covers a guided, build-along laboratory that constructs a functioning Generative AI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legal at scale within Generative AI. It covers a detailed case study of deploying Generative AI in a demanding legal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Generative AI. It covers the operational discipline required to run a Generative AI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Generative AI. It covers a rigorous approach to measuring and assuring the quality of a Generative AI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Generative AI. It covers the security, privacy and governance controls that make a Generative AI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Generative AI. It covers techniques for controlling cost and latency while scaling a Generative AI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Generative AI. It covers patterns for integrating a Generative AI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Generative AI. It covers emerging trends, open problems and research directions shaping the future of Generative AI,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Generative AI. It covers a substantial capstone project that consolidates the entire book into a portfolio-grade Generative AI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Generative AI. It covers a structured review and certification-style preparation covering the full breadth of Generative AI,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Generative AI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Generative AI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legal organisation set out to apply Generative AI to contract drafting and clause extraction with citation back to source.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Generative AI: Foundations</a:t>
            </a:r>
          </a:p>
          <a:p>
            <a:r>
              <a:rPr sz="1800">
                <a:solidFill>
                  <a:srgbClr val="475569"/>
                </a:solidFill>
              </a:rPr>
              <a:t>Designing, deploying and governing systems that create content — a foundational guide for newcomers building a rigorous base.</a:t>
            </a:r>
          </a:p>
          <a:p>
            <a:r>
              <a:rPr sz="1300">
                <a:solidFill>
                  <a:srgbClr val="475569"/>
                </a:solidFill>
              </a:rPr>
              <a:t>AI-University Press   |   Carlos Mendoza, Dr. Elena Petrova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Generative AI refers to models that synthesise novel content—text, images, audio, code and structured data—by learning the distribution of training data and sampling from it.</a:t>
            </a:r>
          </a:p>
          <a:p>
            <a:pPr>
              <a:spcAft>
                <a:spcPts val="800"/>
              </a:spcAft>
            </a:pPr>
            <a:r>
              <a:rPr sz="1800">
                <a:solidFill>
                  <a:srgbClr val="0F172A"/>
                </a:solidFill>
              </a:rPr>
              <a:t>• The enterprise value lies not in novelty but in productivity: drafting, summarisation, code generation, synthetic data and customer interaction.</a:t>
            </a:r>
          </a:p>
          <a:p>
            <a:pPr>
              <a:spcAft>
                <a:spcPts val="800"/>
              </a:spcAft>
            </a:pPr>
            <a:r>
              <a:rPr sz="1800">
                <a:solidFill>
                  <a:srgbClr val="0F172A"/>
                </a:solidFill>
              </a:rPr>
              <a:t>• This book frames generative AI as a capability that must be productised: grounded in enterprise data, guarded against harmful output, evaluated continuously and operated under clear cost and latency budgets.</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Generative AI and articulate where it creates value.</a:t>
            </a:r>
          </a:p>
          <a:p>
            <a:pPr>
              <a:spcAft>
                <a:spcPts val="800"/>
              </a:spcAft>
            </a:pPr>
            <a:r>
              <a:rPr sz="1800">
                <a:solidFill>
                  <a:srgbClr val="0F172A"/>
                </a:solidFill>
              </a:rPr>
              <a:t>• Design a reference architecture for a Generative AI system that meets enterprise quality attributes.</a:t>
            </a:r>
          </a:p>
          <a:p>
            <a:pPr>
              <a:spcAft>
                <a:spcPts val="800"/>
              </a:spcAft>
            </a:pPr>
            <a:r>
              <a:rPr sz="1800">
                <a:solidFill>
                  <a:srgbClr val="0F172A"/>
                </a:solidFill>
              </a:rPr>
              <a:t>• Implement core Generative AI components following production engineering standards.</a:t>
            </a:r>
          </a:p>
          <a:p>
            <a:pPr>
              <a:spcAft>
                <a:spcPts val="800"/>
              </a:spcAft>
            </a:pPr>
            <a:r>
              <a:rPr sz="1800">
                <a:solidFill>
                  <a:srgbClr val="0F172A"/>
                </a:solidFill>
              </a:rPr>
              <a:t>• Evaluate Generative AI systems rigorously and gate releases on measurable quality.</a:t>
            </a:r>
          </a:p>
          <a:p>
            <a:pPr>
              <a:spcAft>
                <a:spcPts val="800"/>
              </a:spcAft>
            </a:pPr>
            <a:r>
              <a:rPr sz="1800">
                <a:solidFill>
                  <a:srgbClr val="0F172A"/>
                </a:solidFill>
              </a:rPr>
              <a:t>• Apply security, privacy and governance controls appropriate to Generative AI.</a:t>
            </a:r>
          </a:p>
          <a:p>
            <a:pPr>
              <a:spcAft>
                <a:spcPts val="800"/>
              </a:spcAft>
            </a:pPr>
            <a:r>
              <a:rPr sz="1800">
                <a:solidFill>
                  <a:srgbClr val="0F172A"/>
                </a:solidFill>
              </a:rPr>
              <a:t>• Operate Generative AI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Generative AI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Generative AI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Generative AI as a systems discipline.</a:t>
            </a:r>
          </a:p>
          <a:p>
            <a:pPr>
              <a:spcAft>
                <a:spcPts val="800"/>
              </a:spcAft>
            </a:pPr>
            <a:r>
              <a:rPr sz="1800">
                <a:solidFill>
                  <a:srgbClr val="0F172A"/>
                </a:solidFill>
              </a:rPr>
              <a:t>• A production generative-AI platform places a model gateway in front of one or more foundation models, with orchestration handling prompt assembly, retrieval, tool calls and guardrails.</a:t>
            </a:r>
          </a:p>
          <a:p>
            <a:pPr>
              <a:spcAft>
                <a:spcPts val="800"/>
              </a:spcAft>
            </a:pPr>
            <a:r>
              <a:rPr sz="1800">
                <a:solidFill>
                  <a:srgbClr val="0F172A"/>
                </a:solidFill>
              </a:rPr>
              <a:t>• A semantic cache reduces cost and latency, an evaluation service scores responses offline and online, and an observability layer captures prompts, completions, tokens, cost and quality signals for every request.</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Generative AI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Generative Modelling Foundations</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generative modelling foundations within Generative AI. It covers likelihood-based versus implicit models; autoregressive, diffusion and variational approaches and the trade-offs between fidelity and diversity,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Large Language Models as Generators</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large language models as generators within Generative AI. It covers next-token prediction, sampling strategies (temperature, top-k, top-p) and the emergence of instruction following,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Diffusion Models for Images and Audio</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diffusion models for images and audio within Generative AI. It covers forward/reverse diffusion, denoising objectives, latent diffusion and classifier-free guidance,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Multimodal Generation</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multimodal generation within Generative AI. It covers joint text–image–audio models, cross-attention conditioning and unified tokenisation strategies,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Grounding with Enterprise Data</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grounding with enterprise data within Generative AI. It covers retrieval augmentation, tool use and structured outputs to keep generations factual and policy-compliant,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Controllability and Structured Output</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controllability and structured output within Generative AI. It covers constrained decoding, JSON/schema enforcement and function calling for reliable downstream integration,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Evaluation of Generative Systems</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of generative systems within Generative AI. It covers reference-based and reference-free metrics, LLM-as-judge, human preference evaluation and red-teaming,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Safety, Guardrails and Content Moderation</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safety, guardrails and content moderation within Generative AI. It covers input/output filtering, jailbreak resistance and layered defence in depth,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Cost, Latency and Throughput Engineering</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latency and throughput engineering within Generative AI. It covers token economics, caching, batching, distillation and routing across model tiers,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Synthetic Data Generation</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synthetic data generation within Generative AI. It covers augmenting scarce datasets, privacy-preserving generation and avoiding model collapse from recursive training,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Enterprise Use-Case Patterns</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enterprise use-case patterns within Generative AI. It covers assistants, copilots, summarisers and autonomous workflows mapped to value,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Productionising Generative Applications</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productionising generative applications within Generative AI. It covers prompt management, versioning, observability and continuous evaluation in CI,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Governance and Intellectual Property</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governance and intellectual property within Generative AI. It covers provenance, watermarking, licensing and the legal landscape of generated content,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GenAI Reference Architecture</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genai reference architecture within Generative AI. It covers gateways, orchestration, retrieval, guardrails and evaluation as a cohesive platform,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Generative AI. It covers an end-to-end reference implementation that integrates the components of a Generative AI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Generative AI System</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generative ai system within Generative AI. It covers a guided, build-along laboratory that constructs a functioning Generative AI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Legal at Scale</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legal at scale within Generative AI. It covers a detailed case study of deploying Generative AI in a demanding legal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Generative AI. It covers the operational discipline required to run a Generative AI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Generative AI. It covers a rigorous approach to measuring and assuring the quality of a Generative AI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Generative AI. It covers the security, privacy and governance controls that make a Generative AI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Generative AI. It covers techniques for controlling cost and latency while scaling a Generative AI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Generative AI. It covers patterns for integrating a Generative AI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Generative AI. It covers emerging trends, open problems and research directions shaping the future of Generative AI,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Generative AI. It covers a substantial capstone project that consolidates the entire book into a portfolio-grade Generative AI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Generative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Generative AI. It covers a structured review and certification-style preparation covering the full breadth of Generative AI,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Generative AI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Generative AI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Legal: Generative AI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legal organisation set out to apply Generative AI to contract drafting and clause extraction with citation back to source.</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Generative AI: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978-6-59384-156-5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