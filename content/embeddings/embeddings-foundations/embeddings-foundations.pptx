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'Embeddings: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Embeddings map discrete objects—words, sentences, images, users, products—into continuous vector spaces where geometric proximity encodes semantic similarity. They are the connective tissue of modern AI: powering semantic search, retrieval-augmented generation, recommendation, clustering and classification. This book covers how embeddings are trained, evaluated, indexed and operated as a production capability with versioning and drift monitoring.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Embeddings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Embeddings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Embeddings as a systems discipline. An embedding platform exposes a versioned embedding service that batches and caches encode requests, writes vectors to an ANN index (HNSW/IVF) with stored metadata, and supports hybrid retrieval that fuses lexical and dense scores before an optional cross-encoder re-ranks the top candidates.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Embeddings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from one-hot to distributed representations within Embeddings. It covers why dense vectors generalise where sparse encodings cannot,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word, sentence and document embeddings within Embeddings. It covers word2Vec, GloVe, sentence transformers and pooling strategies,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contrastive representation learning within Embeddings. It covers infoNCE, positive/negative mining and the geometry of good embeddings,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similarity metrics and normalisation within Embeddings. It covers cosine, dot product and Euclidean distance and when each applies,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multimodal and cross-encoder embeddings within Embeddings. It covers cLIP-style joint spaces and the bi-encoder/cross-encoder trade-off,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dimensionality, compression and quantisation within Embeddings. It covers matryoshka embeddings, PCA and product quantisation for cost control,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indexing for approximate nearest neighbour search within Embeddings. It covers hNSW, IVF and the recall/latency frontier,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evaluating embedding quality within Embeddings. It covers retrieval metrics (recall@k, MRR, nDCG) and benchmark suites like MTEB,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domain adaptation and fine-tuning within Embeddings. It covers adapting general embeddings to specialised corpora,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embedding drift and re-indexing within Embeddings. It covers detecting model changes and managing versioned vector stores,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hybrid search within Embeddings. It covers combining lexical (BM25) and dense retrieval with fusion,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an embedding service within Embeddings. It covers batching, caching, versioning and cost at scale,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privacy and embedding inversion within Embeddings. It covers what embeddings leak and how to mitigate it,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retrieval stack reference architecture within Embeddings. It covers embedding service, vector index and re-ranking as a pipeline,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Embeddings. It covers an end-to-end reference implementation that integrates the components of a Embeddings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embeddings system within Embeddings. It covers a guided, build-along laboratory that constructs a functioning Embeddings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search at scale within Embeddings. It covers a detailed case study of deploying Embeddings in a demanding search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Embeddings. It covers the operational discipline required to run a Embeddings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Embeddings. It covers a rigorous approach to measuring and assuring the quality of a Embeddings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Embeddings. It covers the security, privacy and governance controls that make a Embeddings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Embeddings. It covers techniques for controlling cost and latency while scaling a Embeddings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Embeddings. It covers patterns for integrating a Embeddings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Embeddings. It covers emerging trends, open problems and research directions shaping the future of Embeddings,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Embeddings. It covers a substantial capstone project that consolidates the entire book into a portfolio-grade Embeddings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Embeddings. It covers a structured review and certification-style preparation covering the full breadth of Embeddings,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Embeddings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Embeddings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search organisation set out to apply Embeddings to semantic search across heterogeneous enterprise content.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Embeddings: Foundations</a:t>
            </a:r>
          </a:p>
          <a:p>
            <a:r>
              <a:rPr sz="1800">
                <a:solidFill>
                  <a:srgbClr val="475569"/>
                </a:solidFill>
              </a:rPr>
              <a:t>Dense representations that power search and retrieval — a foundational guide for newcomers building a rigorous base.</a:t>
            </a:r>
          </a:p>
          <a:p>
            <a:r>
              <a:rPr sz="1300">
                <a:solidFill>
                  <a:srgbClr val="475569"/>
                </a:solidFill>
              </a:rPr>
              <a:t>AI-University Press   |   Aisha Rahman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Embeddings map discrete objects—words, sentences, images, users, products—into continuous vector spaces where geometric proximity encodes semantic similarity.</a:t>
            </a:r>
          </a:p>
          <a:p>
            <a:pPr>
              <a:spcAft>
                <a:spcPts val="800"/>
              </a:spcAft>
            </a:pPr>
            <a:r>
              <a:rPr sz="1800">
                <a:solidFill>
                  <a:srgbClr val="0F172A"/>
                </a:solidFill>
              </a:rPr>
              <a:t>• They are the connective tissue of modern AI: powering semantic search, retrieval-augmented generation, recommendation, clustering and classification.</a:t>
            </a:r>
          </a:p>
          <a:p>
            <a:pPr>
              <a:spcAft>
                <a:spcPts val="800"/>
              </a:spcAft>
            </a:pPr>
            <a:r>
              <a:rPr sz="1800">
                <a:solidFill>
                  <a:srgbClr val="0F172A"/>
                </a:solidFill>
              </a:rPr>
              <a:t>• This book covers how embeddings are trained, evaluated, indexed and operated as a production capability with versioning and drift monitoring.</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Embeddings and articulate where it creates value.</a:t>
            </a:r>
          </a:p>
          <a:p>
            <a:pPr>
              <a:spcAft>
                <a:spcPts val="800"/>
              </a:spcAft>
            </a:pPr>
            <a:r>
              <a:rPr sz="1800">
                <a:solidFill>
                  <a:srgbClr val="0F172A"/>
                </a:solidFill>
              </a:rPr>
              <a:t>• Design a reference architecture for a Embeddings system that meets enterprise quality attributes.</a:t>
            </a:r>
          </a:p>
          <a:p>
            <a:pPr>
              <a:spcAft>
                <a:spcPts val="800"/>
              </a:spcAft>
            </a:pPr>
            <a:r>
              <a:rPr sz="1800">
                <a:solidFill>
                  <a:srgbClr val="0F172A"/>
                </a:solidFill>
              </a:rPr>
              <a:t>• Implement core Embeddings components following production engineering standards.</a:t>
            </a:r>
          </a:p>
          <a:p>
            <a:pPr>
              <a:spcAft>
                <a:spcPts val="800"/>
              </a:spcAft>
            </a:pPr>
            <a:r>
              <a:rPr sz="1800">
                <a:solidFill>
                  <a:srgbClr val="0F172A"/>
                </a:solidFill>
              </a:rPr>
              <a:t>• Evaluate Embeddings systems rigorously and gate releases on measurable quality.</a:t>
            </a:r>
          </a:p>
          <a:p>
            <a:pPr>
              <a:spcAft>
                <a:spcPts val="800"/>
              </a:spcAft>
            </a:pPr>
            <a:r>
              <a:rPr sz="1800">
                <a:solidFill>
                  <a:srgbClr val="0F172A"/>
                </a:solidFill>
              </a:rPr>
              <a:t>• Apply security, privacy and governance controls appropriate to Embeddings.</a:t>
            </a:r>
          </a:p>
          <a:p>
            <a:pPr>
              <a:spcAft>
                <a:spcPts val="800"/>
              </a:spcAft>
            </a:pPr>
            <a:r>
              <a:rPr sz="1800">
                <a:solidFill>
                  <a:srgbClr val="0F172A"/>
                </a:solidFill>
              </a:rPr>
              <a:t>• Operate Embeddings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Embeddings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Embeddings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Embeddings as a systems discipline.</a:t>
            </a:r>
          </a:p>
          <a:p>
            <a:pPr>
              <a:spcAft>
                <a:spcPts val="800"/>
              </a:spcAft>
            </a:pPr>
            <a:r>
              <a:rPr sz="1800">
                <a:solidFill>
                  <a:srgbClr val="0F172A"/>
                </a:solidFill>
              </a:rPr>
              <a:t>• An embedding platform exposes a versioned embedding service that batches and caches encode requests, writes vectors to an ANN index (HNSW/IVF) with stored metadata, and supports hybrid retrieval that fuses lexical and dense scores before an optional cross-encoder re-ranks the top candidates.</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Embeddings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From One-Hot to Distributed Representations</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from one-hot to distributed representations within Embeddings. It covers why dense vectors generalise where sparse encodings cannot,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Word, Sentence and Document Embeddings</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word, sentence and document embeddings within Embeddings. It covers word2Vec, GloVe, sentence transformers and pooling strategies,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Contrastive Representation Learning</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contrastive representation learning within Embeddings. It covers infoNCE, positive/negative mining and the geometry of good embeddings,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Similarity Metrics and Normalisation</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similarity metrics and normalisation within Embeddings. It covers cosine, dot product and Euclidean distance and when each applies,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Multimodal and Cross-Encoder Embeddings</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multimodal and cross-encoder embeddings within Embeddings. It covers cLIP-style joint spaces and the bi-encoder/cross-encoder trade-off,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Dimensionality, Compression and Quantisation</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dimensionality, compression and quantisation within Embeddings. It covers matryoshka embeddings, PCA and product quantisation for cost control,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Indexing for Approximate Nearest Neighbour Search</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indexing for approximate nearest neighbour search within Embeddings. It covers hNSW, IVF and the recall/latency frontier,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Evaluating Embedding Quality</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evaluating embedding quality within Embeddings. It covers retrieval metrics (recall@k, MRR, nDCG) and benchmark suites like MTEB,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Domain Adaptation and Fine-Tuning</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domain adaptation and fine-tuning within Embeddings. It covers adapting general embeddings to specialised corpora,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Embedding Drift and Re-Indexing</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embedding drift and re-indexing within Embeddings. It covers detecting model changes and managing versioned vector stores,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Hybrid Search</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hybrid search within Embeddings. It covers combining lexical (BM25) and dense retrieval with fusion,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Operating an Embedding Service</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an embedding service within Embeddings. It covers batching, caching, versioning and cost at scale,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Privacy and Embedding Inversion</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privacy and embedding inversion within Embeddings. It covers what embeddings leak and how to mitigate it,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Retrieval Stack Reference Architecture</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retrieval stack reference architecture within Embeddings. It covers embedding service, vector index and re-ranking as a pipeline,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Embeddings. It covers an end-to-end reference implementation that integrates the components of a Embeddings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Embeddings System</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embeddings system within Embeddings. It covers a guided, build-along laboratory that constructs a functioning Embeddings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Search at Scale</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search at scale within Embeddings. It covers a detailed case study of deploying Embeddings in a demanding search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Embeddings. It covers the operational discipline required to run a Embeddings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Embeddings. It covers a rigorous approach to measuring and assuring the quality of a Embeddings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Embeddings. It covers the security, privacy and governance controls that make a Embeddings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Embeddings. It covers techniques for controlling cost and latency while scaling a Embeddings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Embeddings. It covers patterns for integrating a Embeddings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Embeddings. It covers emerging trends, open problems and research directions shaping the future of Embeddings,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Embeddings. It covers a substantial capstone project that consolidates the entire book into a portfolio-grade Embeddings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Embeddings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Embeddings. It covers a structured review and certification-style preparation covering the full breadth of Embeddings,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Embeddings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Embeddings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Search: Embeddings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search organisation set out to apply Embeddings to semantic search across heterogeneous enterprise content.</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Embeddings: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978-1-36821-075-1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