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'Knowledge Graphs: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graphs represent entities and their relationships as nodes and edges, enabling integration of heterogeneous data, semantic querying and reasoning. They power search, recommendations, fraud detection and now ground LLM systems. This book covers ontology design, ingestion, graph databases, query languages, embeddings and the operational practices of enterprise knowledge graphs.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Graphs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Knowledge Graphs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Knowledge Graphs as a systems discipline. An enterprise knowledge graph ingests from databases, documents and APIs through extraction and entity-resolution pipelines into a graph store governed by an ontology. Query services expose traversal and reasoning to applications, while a governance layer tracks provenance, versions and access.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Knowledge Graphs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graphs, triples and the property graph model within Knowledge Graphs. It covers rDF triples versus labelled property graphs and when to use each,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ontology and schema design within Knowledge Graphs. It covers classes, properties, taxonomies and reusing standard vocabularies,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entity extraction and linking within Knowledge Graphs. It covers populating the graph from structured and unstructured sources,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graph query languages within Knowledge Graphs. It covers cypher, SPARQL and Gremlin for traversal and pattern matching,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reasoning and inference within Knowledge Graphs. It covers rules, RDFS/OWL semantics and inferring implicit facts,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knowledge graph embeddings within Knowledge Graphs. It covers transE, RotatE and link prediction for completion,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graph algorithms for insight within Knowledge Graphs. It covers centrality, community detection and pathfinding,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data quality and entity resolution within Knowledge Graphs. It covers deduplication, validation and provenance,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scaling graph storage within Knowledge Graphs. It covers partitioning, indexing and distributed graph engines,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graphs for grounding llms within Knowledge Graphs. It covers serving structured context to generative systems,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governance and lineage within Knowledge Graphs. It covers versioning, access control and auditability,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knowledge graphs within Knowledge Graphs. It covers pipelines, monitoring and lifecycle management,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visualising knowledge graphs within Knowledge Graphs. It covers effective exploration and analyst tooling,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enterprise knowledge graph architecture within Knowledge Graphs. It covers reference blueprint integrating sources, store and consumers,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Knowledge Graphs. It covers an end-to-end reference implementation that integrates the components of a Knowledge Graphs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knowledge graphs system within Knowledge Graphs. It covers a guided, build-along laboratory that constructs a functioning Knowledge Graphs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finance at scale within Knowledge Graphs. It covers a detailed case study of deploying Knowledge Graphs in a demanding finance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Knowledge Graphs. It covers the operational discipline required to run a Knowledge Graphs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Knowledge Graphs. It covers a rigorous approach to measuring and assuring the quality of a Knowledge Graphs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Knowledge Graphs. It covers the security, privacy and governance controls that make a Knowledge Graphs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Knowledge Graphs. It covers techniques for controlling cost and latency while scaling a Knowledge Graphs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Knowledge Graphs. It covers patterns for integrating a Knowledge Graphs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Knowledge Graphs. It covers emerging trends, open problems and research directions shaping the future of Knowledge Graphs,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Knowledge Graphs. It covers a substantial capstone project that consolidates the entire book into a portfolio-grade Knowledge Graphs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Knowledge Graphs. It covers a structured review and certification-style preparation covering the full breadth of Knowledge Graphs,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Knowledge Graphs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Knowledge Graphs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finance organisation set out to apply Knowledge Graphs to fraud rings and beneficial-ownership analysis.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Knowledge Graphs: Foundations</a:t>
            </a:r>
          </a:p>
          <a:p>
            <a:r>
              <a:rPr sz="1800">
                <a:solidFill>
                  <a:srgbClr val="475569"/>
                </a:solidFill>
              </a:rPr>
              <a:t>Modelling, storing and reasoning over connected data — a foundational guide for newcomers building a rigorous base.</a:t>
            </a:r>
          </a:p>
          <a:p>
            <a:r>
              <a:rPr sz="1300">
                <a:solidFill>
                  <a:srgbClr val="475569"/>
                </a:solidFill>
              </a:rPr>
              <a:t>AI-University Press   |   Dr. Ngozi Eze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Knowledge graphs represent entities and their relationships as nodes and edges, enabling integration of heterogeneous data, semantic querying and reasoning.</a:t>
            </a:r>
          </a:p>
          <a:p>
            <a:pPr>
              <a:spcAft>
                <a:spcPts val="800"/>
              </a:spcAft>
            </a:pPr>
            <a:r>
              <a:rPr sz="1800">
                <a:solidFill>
                  <a:srgbClr val="0F172A"/>
                </a:solidFill>
              </a:rPr>
              <a:t>• They power search, recommendations, fraud detection and now ground LLM systems.</a:t>
            </a:r>
          </a:p>
          <a:p>
            <a:pPr>
              <a:spcAft>
                <a:spcPts val="800"/>
              </a:spcAft>
            </a:pPr>
            <a:r>
              <a:rPr sz="1800">
                <a:solidFill>
                  <a:srgbClr val="0F172A"/>
                </a:solidFill>
              </a:rPr>
              <a:t>• This book covers ontology design, ingestion, graph databases, query languages, embeddings and the operational practices of enterprise knowledge graphs.</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Knowledge Graphs and articulate where it creates value.</a:t>
            </a:r>
          </a:p>
          <a:p>
            <a:pPr>
              <a:spcAft>
                <a:spcPts val="800"/>
              </a:spcAft>
            </a:pPr>
            <a:r>
              <a:rPr sz="1800">
                <a:solidFill>
                  <a:srgbClr val="0F172A"/>
                </a:solidFill>
              </a:rPr>
              <a:t>• Design a reference architecture for a Knowledge Graphs system that meets enterprise quality attributes.</a:t>
            </a:r>
          </a:p>
          <a:p>
            <a:pPr>
              <a:spcAft>
                <a:spcPts val="800"/>
              </a:spcAft>
            </a:pPr>
            <a:r>
              <a:rPr sz="1800">
                <a:solidFill>
                  <a:srgbClr val="0F172A"/>
                </a:solidFill>
              </a:rPr>
              <a:t>• Implement core Knowledge Graphs components following production engineering standards.</a:t>
            </a:r>
          </a:p>
          <a:p>
            <a:pPr>
              <a:spcAft>
                <a:spcPts val="800"/>
              </a:spcAft>
            </a:pPr>
            <a:r>
              <a:rPr sz="1800">
                <a:solidFill>
                  <a:srgbClr val="0F172A"/>
                </a:solidFill>
              </a:rPr>
              <a:t>• Evaluate Knowledge Graphs systems rigorously and gate releases on measurable quality.</a:t>
            </a:r>
          </a:p>
          <a:p>
            <a:pPr>
              <a:spcAft>
                <a:spcPts val="800"/>
              </a:spcAft>
            </a:pPr>
            <a:r>
              <a:rPr sz="1800">
                <a:solidFill>
                  <a:srgbClr val="0F172A"/>
                </a:solidFill>
              </a:rPr>
              <a:t>• Apply security, privacy and governance controls appropriate to Knowledge Graphs.</a:t>
            </a:r>
          </a:p>
          <a:p>
            <a:pPr>
              <a:spcAft>
                <a:spcPts val="800"/>
              </a:spcAft>
            </a:pPr>
            <a:r>
              <a:rPr sz="1800">
                <a:solidFill>
                  <a:srgbClr val="0F172A"/>
                </a:solidFill>
              </a:rPr>
              <a:t>• Operate Knowledge Graphs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Knowledge Graphs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Knowledge Graphs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Knowledge Graphs as a systems discipline.</a:t>
            </a:r>
          </a:p>
          <a:p>
            <a:pPr>
              <a:spcAft>
                <a:spcPts val="800"/>
              </a:spcAft>
            </a:pPr>
            <a:r>
              <a:rPr sz="1800">
                <a:solidFill>
                  <a:srgbClr val="0F172A"/>
                </a:solidFill>
              </a:rPr>
              <a:t>• An enterprise knowledge graph ingests from databases, documents and APIs through extraction and entity-resolution pipelines into a graph store governed by an ontology.</a:t>
            </a:r>
          </a:p>
          <a:p>
            <a:pPr>
              <a:spcAft>
                <a:spcPts val="800"/>
              </a:spcAft>
            </a:pPr>
            <a:r>
              <a:rPr sz="1800">
                <a:solidFill>
                  <a:srgbClr val="0F172A"/>
                </a:solidFill>
              </a:rPr>
              <a:t>• Query services expose traversal and reasoning to applications, while a governance layer tracks provenance, versions and access.</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Knowledge Graphs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Graphs, Triples and the Property Graph Model</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graphs, triples and the property graph model within Knowledge Graphs. It covers rDF triples versus labelled property graphs and when to use each,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Ontology and Schema Design</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ontology and schema design within Knowledge Graphs. It covers classes, properties, taxonomies and reusing standard vocabularies,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Entity Extraction and Linking</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entity extraction and linking within Knowledge Graphs. It covers populating the graph from structured and unstructured sources,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Graph Query Languages</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graph query languages within Knowledge Graphs. It covers cypher, SPARQL and Gremlin for traversal and pattern matching,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Reasoning and Inference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reasoning and inference within Knowledge Graphs. It covers rules, RDFS/OWL semantics and inferring implicit facts,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Knowledge Graph Embeddings</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knowledge graph embeddings within Knowledge Graphs. It covers transE, RotatE and link prediction for completion,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Graph Algorithms for Insight</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graph algorithms for insight within Knowledge Graphs. It covers centrality, community detection and pathfinding,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Data Quality and Entity Resolution</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data quality and entity resolution within Knowledge Graphs. It covers deduplication, validation and provenance,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Scaling Graph Storage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scaling graph storage within Knowledge Graphs. It covers partitioning, indexing and distributed graph engines,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Graphs for Grounding LLMs</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graphs for grounding llms within Knowledge Graphs. It covers serving structured context to generative systems,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Governance and Lineage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governance and lineage within Knowledge Graphs. It covers versioning, access control and auditability,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Operating Knowledge Graphs</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knowledge graphs within Knowledge Graphs. It covers pipelines, monitoring and lifecycle management,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Visualising Knowledge Graphs</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visualising knowledge graphs within Knowledge Graphs. It covers effective exploration and analyst tooling,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Enterprise Knowledge Graph Architecture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enterprise knowledge graph architecture within Knowledge Graphs. It covers reference blueprint integrating sources, store and consumers,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Knowledge Graphs. It covers an end-to-end reference implementation that integrates the components of a Knowledge Graphs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Knowledge Graphs System</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knowledge graphs system within Knowledge Graphs. It covers a guided, build-along laboratory that constructs a functioning Knowledge Graphs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Finance at Scale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finance at scale within Knowledge Graphs. It covers a detailed case study of deploying Knowledge Graphs in a demanding finance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Knowledge Graphs. It covers the operational discipline required to run a Knowledge Graphs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Knowledge Graphs. It covers a rigorous approach to measuring and assuring the quality of a Knowledge Graphs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Knowledge Graphs. It covers the security, privacy and governance controls that make a Knowledge Graphs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Knowledge Graphs. It covers techniques for controlling cost and latency while scaling a Knowledge Graphs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Knowledge Graphs. It covers patterns for integrating a Knowledge Graphs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Knowledge Graphs. It covers emerging trends, open problems and research directions shaping the future of Knowledge Graphs,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Knowledge Graphs. It covers a substantial capstone project that consolidates the entire book into a portfolio-grade Knowledge Graphs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Knowledge Graphs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Knowledge Graphs. It covers a structured review and certification-style preparation covering the full breadth of Knowledge Graphs,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Knowledge Graphs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Knowledge Graphs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Finance: Knowledge Graphs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finance organisation set out to apply Knowledge Graphs to fraud rings and beneficial-ownership analysis.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Knowledge Graphs: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978-0-57595-662-9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