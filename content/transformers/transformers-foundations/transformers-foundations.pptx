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'Transformers: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transformer is a neural architecture built on self-attention that processes sequences in parallel and models long-range dependencies without recurrence. It underpins virtually all modern foundation models across text, vision, audio and multimodal domains. Mastery requires understanding attention mathematics, positional encoding, normalisation, and the engineering optimisations that make training and inference tractable at scale.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Transformers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Transformers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Transformers as a systems discipline. A transformer block stacks multi-head self-attention and a position-wise feed-forward network, each wrapped in residual connections and normalisation. Decoder-only stacks add causal masking; encoder–decoder stacks add cross attention. At scale, efficient attention kernels, mixed precision and tensor parallelism turn the mathematics into a trainable system.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Transformers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why self-attention replaced recurrence within Transformers. It covers parallelism, long-range dependency modelling and the limitations of RNNs/LSTMs that transformers overcame,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scaled dot-product attention within Transformers. It covers queries, keys, values, the scaling factor and the softmax that produces context-aware representations,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multi-head attention within Transformers. It covers projecting into multiple subspaces to attend to different relations simultaneously,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positional encoding within Transformers. It covers sinusoidal, learned and rotary (RoPE) encodings that inject order into a permutation-invariant operation,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feed-forward networks and activations within Transformers. It covers position-wise MLPs, GELU/SwiGLU and their role in capacity,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residual connections and normalisation within Transformers. It covers pre-norm versus post-norm, LayerNorm/RMSNorm and training stability,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encoder, decoder and encoder–decoder variants within Transformers. It covers bERT-style, GPT-style and T5-style architectures and their use cases,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efficient attention within Transformers. It covers flashAttention, sparse and linear attention to tame quadratic cost,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vision and multimodal transformers within Transformers. It covers patch embeddings, ViT and cross-modal attention,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mixture-of-experts transformers within Transformers. It covers sparse routing for parameter-efficient scaling,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training dynamics and stability within Transformers. It covers initialisation, warmup, gradient clipping and loss spikes,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implementing a transformer from scratch within Transformers. It covers a minimal, correct implementation that demystifies every component,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profiling and optimising transformers within Transformers. It covers memory, FLOPs, kernel fusion and hardware-aware design,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transformer design space within Transformers. It covers a map of architectural choices and their empirical trade-offs,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Transformers. It covers an end-to-end reference implementation that integrates the components of a Transformers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transformers system within Transformers. It covers a guided, build-along laboratory that constructs a functioning Transformers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nlp at scale within Transformers. It covers a detailed case study of deploying Transformers in a demanding nlp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Transformers. It covers the operational discipline required to run a Transformers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Transformers. It covers a rigorous approach to measuring and assuring the quality of a Transformers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Transformers. It covers the security, privacy and governance controls that make a Transformers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Transformers. It covers techniques for controlling cost and latency while scaling a Transformers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Transformers. It covers patterns for integrating a Transformers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Transformers. It covers emerging trends, open problems and research directions shaping the future of Transformers,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Transformers. It covers a substantial capstone project that consolidates the entire book into a portfolio-grade Transformers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Transformers. It covers a structured review and certification-style preparation covering the full breadth of Transformers,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Transformers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Transformers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nlp organisation set out to apply Transformers to language understanding and generation across tasks.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Transformers: Foundations</a:t>
            </a:r>
          </a:p>
          <a:p>
            <a:r>
              <a:rPr sz="1800">
                <a:solidFill>
                  <a:srgbClr val="475569"/>
                </a:solidFill>
              </a:rPr>
              <a:t>The architecture that powers modern AI — a foundational guide for newcomers building a rigorous base.</a:t>
            </a:r>
          </a:p>
          <a:p>
            <a:r>
              <a:rPr sz="1300">
                <a:solidFill>
                  <a:srgbClr val="475569"/>
                </a:solidFill>
              </a:rPr>
              <a:t>AI-University Press   |   Priya Narayanan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transformer is a neural architecture built on self-attention that processes sequences in parallel and models long-range dependencies without recurrence.</a:t>
            </a:r>
          </a:p>
          <a:p>
            <a:pPr>
              <a:spcAft>
                <a:spcPts val="800"/>
              </a:spcAft>
            </a:pPr>
            <a:r>
              <a:rPr sz="1800">
                <a:solidFill>
                  <a:srgbClr val="0F172A"/>
                </a:solidFill>
              </a:rPr>
              <a:t>• It underpins virtually all modern foundation models across text, vision, audio and multimodal domains.</a:t>
            </a:r>
          </a:p>
          <a:p>
            <a:pPr>
              <a:spcAft>
                <a:spcPts val="800"/>
              </a:spcAft>
            </a:pPr>
            <a:r>
              <a:rPr sz="1800">
                <a:solidFill>
                  <a:srgbClr val="0F172A"/>
                </a:solidFill>
              </a:rPr>
              <a:t>• Mastery requires understanding attention mathematics, positional encoding, normalisation, and the engineering optimisations that make training and inference tractable at scale.</a:t>
            </a:r>
          </a:p>
          <a:p>
            <a:pPr>
              <a:spcAft>
                <a:spcPts val="800"/>
              </a:spcAft>
            </a:pPr>
            <a:r>
              <a:rPr sz="1800">
                <a:solidFill>
                  <a:srgbClr val="0F172A"/>
                </a:solidFill>
              </a:rPr>
              <a:t>• This volume is written for newcomers building a rigorous base.</a:t>
            </a:r>
          </a:p>
          <a:p>
            <a:pPr>
              <a:spcAft>
                <a:spcPts val="800"/>
              </a:spcAft>
            </a:pPr>
            <a:r>
              <a:rPr sz="1800">
                <a:solidFill>
                  <a:srgbClr val="0F172A"/>
                </a:solidFill>
              </a:rPr>
              <a:t>• It progresses from first principles to enterprise-grade design and operations, with every chapter combining theory, architecture, worked examples, runnable code, exercises and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Transformers and articulate where it creates value.</a:t>
            </a:r>
          </a:p>
          <a:p>
            <a:pPr>
              <a:spcAft>
                <a:spcPts val="800"/>
              </a:spcAft>
            </a:pPr>
            <a:r>
              <a:rPr sz="1800">
                <a:solidFill>
                  <a:srgbClr val="0F172A"/>
                </a:solidFill>
              </a:rPr>
              <a:t>• Design a reference architecture for a Transformers system that meets enterprise quality attributes.</a:t>
            </a:r>
          </a:p>
          <a:p>
            <a:pPr>
              <a:spcAft>
                <a:spcPts val="800"/>
              </a:spcAft>
            </a:pPr>
            <a:r>
              <a:rPr sz="1800">
                <a:solidFill>
                  <a:srgbClr val="0F172A"/>
                </a:solidFill>
              </a:rPr>
              <a:t>• Implement core Transformers components following production engineering standards.</a:t>
            </a:r>
          </a:p>
          <a:p>
            <a:pPr>
              <a:spcAft>
                <a:spcPts val="800"/>
              </a:spcAft>
            </a:pPr>
            <a:r>
              <a:rPr sz="1800">
                <a:solidFill>
                  <a:srgbClr val="0F172A"/>
                </a:solidFill>
              </a:rPr>
              <a:t>• Evaluate Transformers systems rigorously and gate releases on measurable quality.</a:t>
            </a:r>
          </a:p>
          <a:p>
            <a:pPr>
              <a:spcAft>
                <a:spcPts val="800"/>
              </a:spcAft>
            </a:pPr>
            <a:r>
              <a:rPr sz="1800">
                <a:solidFill>
                  <a:srgbClr val="0F172A"/>
                </a:solidFill>
              </a:rPr>
              <a:t>• Apply security, privacy and governance controls appropriate to Transformers.</a:t>
            </a:r>
          </a:p>
          <a:p>
            <a:pPr>
              <a:spcAft>
                <a:spcPts val="800"/>
              </a:spcAft>
            </a:pPr>
            <a:r>
              <a:rPr sz="1800">
                <a:solidFill>
                  <a:srgbClr val="0F172A"/>
                </a:solidFill>
              </a:rPr>
              <a:t>• Operate Transformers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Transformers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Transformers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Transformers as a systems discipline.</a:t>
            </a:r>
          </a:p>
          <a:p>
            <a:pPr>
              <a:spcAft>
                <a:spcPts val="800"/>
              </a:spcAft>
            </a:pPr>
            <a:r>
              <a:rPr sz="1800">
                <a:solidFill>
                  <a:srgbClr val="0F172A"/>
                </a:solidFill>
              </a:rPr>
              <a:t>• A transformer block stacks multi-head self-attention and a position-wise feed-forward network, each wrapped in residual connections and normalisation.</a:t>
            </a:r>
          </a:p>
          <a:p>
            <a:pPr>
              <a:spcAft>
                <a:spcPts val="800"/>
              </a:spcAft>
            </a:pPr>
            <a:r>
              <a:rPr sz="1800">
                <a:solidFill>
                  <a:srgbClr val="0F172A"/>
                </a:solidFill>
              </a:rPr>
              <a:t>• Decoder-only stacks add causal masking; encoder–decoder stacks add cross attention.</a:t>
            </a:r>
          </a:p>
          <a:p>
            <a:pPr>
              <a:spcAft>
                <a:spcPts val="800"/>
              </a:spcAft>
            </a:pPr>
            <a:r>
              <a:rPr sz="1800">
                <a:solidFill>
                  <a:srgbClr val="0F172A"/>
                </a:solidFill>
              </a:rPr>
              <a:t>• At scale, efficient attention kernels, mixed precision and tensor parallelism turn the mathematics into a trainable system.</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Transformers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Why Self-Attention Replaced Recurrence</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why self-attention replaced recurrence within Transformers. It covers parallelism, long-range dependency modelling and the limitations of RNNs/LSTMs that transformers overcame,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Scaled Dot-Product Attention</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scaled dot-product attention within Transformers. It covers queries, keys, values, the scaling factor and the softmax that produces context-aware representations,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Multi-Head Attention</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multi-head attention within Transformers. It covers projecting into multiple subspaces to attend to different relations simultaneously,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Positional Encoding</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positional encoding within Transformers. It covers sinusoidal, learned and rotary (RoPE) encodings that inject order into a permutation-invariant operation,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Feed-Forward Networks and Activations</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feed-forward networks and activations within Transformers. It covers position-wise MLPs, GELU/SwiGLU and their role in capacity,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Residual Connections and Normalisation</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residual connections and normalisation within Transformers. It covers pre-norm versus post-norm, LayerNorm/RMSNorm and training stability,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Encoder, Decoder and Encoder–Decoder Variants</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encoder, decoder and encoder–decoder variants within Transformers. It covers bERT-style, GPT-style and T5-style architectures and their use cases,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Efficient Attention</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efficient attention within Transformers. It covers flashAttention, sparse and linear attention to tame quadratic cost,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Vision and Multimodal Transformers</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vision and multimodal transformers within Transformers. It covers patch embeddings, ViT and cross-modal attention,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Mixture-of-Experts Transformers</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mixture-of-experts transformers within Transformers. It covers sparse routing for parameter-efficient scaling,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Training Dynamics and Stability</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training dynamics and stability within Transformers. It covers initialisation, warmup, gradient clipping and loss spikes,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Implementing a Transformer from Scratch</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implementing a transformer from scratch within Transformers. It covers a minimal, correct implementation that demystifies every component,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Profiling and Optimising Transformers</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profiling and optimising transformers within Transformers. It covers memory, FLOPs, kernel fusion and hardware-aware design,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The Transformer Design Space</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transformer design space within Transformers. It covers a map of architectural choices and their empirical trade-offs,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Transformers. It covers an end-to-end reference implementation that integrates the components of a Transformers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Transformers System</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transformers system within Transformers. It covers a guided, build-along laboratory that constructs a functioning Transformers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NLP at Scale</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nlp at scale within Transformers. It covers a detailed case study of deploying Transformers in a demanding nlp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Transformers. It covers the operational discipline required to run a Transformers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Transformers. It covers a rigorous approach to measuring and assuring the quality of a Transformers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Transformers. It covers the security, privacy and governance controls that make a Transformers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Transformers. It covers techniques for controlling cost and latency while scaling a Transformers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Transformers. It covers patterns for integrating a Transformers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Transformers. It covers emerging trends, open problems and research directions shaping the future of Transformers,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Transformers. It covers a substantial capstone project that consolidates the entire book into a portfolio-grade Transformers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Transformers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Transformers. It covers a structured review and certification-style preparation covering the full breadth of Transformers,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Transformers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Transformers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NLP: Transformers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nlp organisation set out to apply Transformers to language understanding and generation across tasks.</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Transformers: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978-1-17787-954-5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