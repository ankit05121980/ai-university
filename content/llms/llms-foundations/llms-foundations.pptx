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'LLMs: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are transformer-based neural networks trained on vast text corpora to predict the next token, acquiring broad linguistic and reasoning capabilities that transfer across tasks. Understanding LLMs requires fluency in their architecture, the pre-training/alignment lifecycle, tokenisation, inference economics and the operational realities of serving them at scale. This book covers the full lifecycle from corpus curation to a governed, monitored inference endpoint.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LLMs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LLMs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LLMs as a systems discipline. An LLM serving platform comprises a request gateway with auth and rate limiting, an inference cluster running an optimised engine (paged KV cache, continuous batching, quantised weights), a routing layer selecting model size by task, and an observability pipeline tracking latency, tokens and quality. Model artefacts flow from a registry with signed provenance into blue/green serving slots.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LLMs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from n-grams to neural language models within LLMs. It covers the evolution of language modelling and why scale plus self-attention unlocked emergent capability,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tokenisation and vocabulary within LLMs. It covers byte-pair encoding, subword units, special tokens and their impact on cost and multilingual performance,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transformer backbone of llms within LLMs. It covers decoder-only architectures, attention, positional encodings and layer normalisation choices,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pre-training objectives and data within LLMs. It covers causal language modelling, corpus curation, deduplication and data quality at trillion-token scale,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scaling laws and emergent abilities within LLMs. It covers compute-optimal training, the Chinchilla insight and capability phase transitions,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instruction tuning and alignment within LLMs. It covers supervised fine-tuning, RLHF and preference optimisation that make base models useful and safe,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context windows and long-context techniques within LLMs. It covers position interpolation, attention variants and retrieval to extend effective context,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inference optimisation within LLMs. It covers kV caching, speculative decoding, quantisation and continuous batching for throughput,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serving llms at scale within LLMs. It covers gPU memory planning, tensor/pipeline parallelism and autoscaling inference,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benchmarking within LLMs. It covers capability benchmarks, contamination, and task-specific golden sets,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hallucination and factuality within LLMs. It covers why models confabulate and how grounding and decoding mitigate it,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and capacity planning within LLMs. It covers token economics, hardware sizing and build-versus-buy decisions,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safety and alignment in production within LLMs. It covers layered safety, refusal behaviour and policy enforcement,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the llm platform reference architecture within LLMs. It covers gateways, registries, evaluation and observability for fleets of models,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LLMs. It covers an end-to-end reference implementation that integrates the components of a LLMs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llms system within LLMs. It covers a guided, build-along laboratory that constructs a functioning LLMs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enterprise search at scale within LLMs. It covers a detailed case study of deploying LLMs in a demanding enterprise search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LLMs. It covers the operational discipline required to run a LLMs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LLMs. It covers a rigorous approach to measuring and assuring the quality of a LLMs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LLMs. It covers the security, privacy and governance controls that make a LLMs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LLMs. It covers techniques for controlling cost and latency while scaling a LLMs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LLMs. It covers patterns for integrating a LLMs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LLMs. It covers emerging trends, open problems and research directions shaping the future of LLMs,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LLMs. It covers a substantial capstone project that consolidates the entire book into a portfolio-grade LLMs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LLMs. It covers a structured review and certification-style preparation covering the full breadth of LLMs,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LLMs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LLMs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enterprise search organisation set out to apply LLMs to answering questions over internal knowledge with citations.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LLMs: Foundations</a:t>
            </a:r>
          </a:p>
          <a:p>
            <a:r>
              <a:rPr sz="1800">
                <a:solidFill>
                  <a:srgbClr val="475569"/>
                </a:solidFill>
              </a:rPr>
              <a:t>Architecture, training and serving of large language models — a foundational guide for newcomers building a rigorous base.</a:t>
            </a:r>
          </a:p>
          <a:p>
            <a:r>
              <a:rPr sz="1300">
                <a:solidFill>
                  <a:srgbClr val="475569"/>
                </a:solidFill>
              </a:rPr>
              <a:t>AI-University Press   |   Dr. Daniel Rosenberg, Dr. Wei Chen, Priya Narayanan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Large language models are transformer-based neural networks trained on vast text corpora to predict the next token, acquiring broad linguistic and reasoning capabilities that transfer across tasks.</a:t>
            </a:r>
          </a:p>
          <a:p>
            <a:pPr>
              <a:spcAft>
                <a:spcPts val="800"/>
              </a:spcAft>
            </a:pPr>
            <a:r>
              <a:rPr sz="1800">
                <a:solidFill>
                  <a:srgbClr val="0F172A"/>
                </a:solidFill>
              </a:rPr>
              <a:t>• Understanding LLMs requires fluency in their architecture, the pre-training/alignment lifecycle, tokenisation, inference economics and the operational realities of serving them at scale.</a:t>
            </a:r>
          </a:p>
          <a:p>
            <a:pPr>
              <a:spcAft>
                <a:spcPts val="800"/>
              </a:spcAft>
            </a:pPr>
            <a:r>
              <a:rPr sz="1800">
                <a:solidFill>
                  <a:srgbClr val="0F172A"/>
                </a:solidFill>
              </a:rPr>
              <a:t>• This book covers the full lifecycle from corpus curation to a governed, monitored inference endpoint.</a:t>
            </a:r>
          </a:p>
          <a:p>
            <a:pPr>
              <a:spcAft>
                <a:spcPts val="800"/>
              </a:spcAft>
            </a:pPr>
            <a:r>
              <a:rPr sz="1800">
                <a:solidFill>
                  <a:srgbClr val="0F172A"/>
                </a:solidFill>
              </a:rPr>
              <a:t>• This volume is written for newcomers building a rigorous base.</a:t>
            </a:r>
          </a:p>
          <a:p>
            <a:pPr>
              <a:spcAft>
                <a:spcPts val="800"/>
              </a:spcAft>
            </a:pPr>
            <a:r>
              <a:rPr sz="1800">
                <a:solidFill>
                  <a:srgbClr val="0F172A"/>
                </a:solidFill>
              </a:rPr>
              <a:t>• It progresses from first principles to enterprise-grade design and operations, with every chapter combining theory, architecture, worked examples, runnable code, exercises and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LLMs and articulate where it creates value.</a:t>
            </a:r>
          </a:p>
          <a:p>
            <a:pPr>
              <a:spcAft>
                <a:spcPts val="800"/>
              </a:spcAft>
            </a:pPr>
            <a:r>
              <a:rPr sz="1800">
                <a:solidFill>
                  <a:srgbClr val="0F172A"/>
                </a:solidFill>
              </a:rPr>
              <a:t>• Design a reference architecture for a LLMs system that meets enterprise quality attributes.</a:t>
            </a:r>
          </a:p>
          <a:p>
            <a:pPr>
              <a:spcAft>
                <a:spcPts val="800"/>
              </a:spcAft>
            </a:pPr>
            <a:r>
              <a:rPr sz="1800">
                <a:solidFill>
                  <a:srgbClr val="0F172A"/>
                </a:solidFill>
              </a:rPr>
              <a:t>• Implement core LLMs components following production engineering standards.</a:t>
            </a:r>
          </a:p>
          <a:p>
            <a:pPr>
              <a:spcAft>
                <a:spcPts val="800"/>
              </a:spcAft>
            </a:pPr>
            <a:r>
              <a:rPr sz="1800">
                <a:solidFill>
                  <a:srgbClr val="0F172A"/>
                </a:solidFill>
              </a:rPr>
              <a:t>• Evaluate LLMs systems rigorously and gate releases on measurable quality.</a:t>
            </a:r>
          </a:p>
          <a:p>
            <a:pPr>
              <a:spcAft>
                <a:spcPts val="800"/>
              </a:spcAft>
            </a:pPr>
            <a:r>
              <a:rPr sz="1800">
                <a:solidFill>
                  <a:srgbClr val="0F172A"/>
                </a:solidFill>
              </a:rPr>
              <a:t>• Apply security, privacy and governance controls appropriate to LLMs.</a:t>
            </a:r>
          </a:p>
          <a:p>
            <a:pPr>
              <a:spcAft>
                <a:spcPts val="800"/>
              </a:spcAft>
            </a:pPr>
            <a:r>
              <a:rPr sz="1800">
                <a:solidFill>
                  <a:srgbClr val="0F172A"/>
                </a:solidFill>
              </a:rPr>
              <a:t>• Operate LLMs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LLMs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LLMs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LLMs as a systems discipline.</a:t>
            </a:r>
          </a:p>
          <a:p>
            <a:pPr>
              <a:spcAft>
                <a:spcPts val="800"/>
              </a:spcAft>
            </a:pPr>
            <a:r>
              <a:rPr sz="1800">
                <a:solidFill>
                  <a:srgbClr val="0F172A"/>
                </a:solidFill>
              </a:rPr>
              <a:t>• An LLM serving platform comprises a request gateway with auth and rate limiting, an inference cluster running an optimised engine (paged KV cache, continuous batching, quantised weights), a routing layer selecting model size by task, and an observability pipeline tracking latency, tokens and quality.</a:t>
            </a:r>
          </a:p>
          <a:p>
            <a:pPr>
              <a:spcAft>
                <a:spcPts val="800"/>
              </a:spcAft>
            </a:pPr>
            <a:r>
              <a:rPr sz="1800">
                <a:solidFill>
                  <a:srgbClr val="0F172A"/>
                </a:solidFill>
              </a:rPr>
              <a:t>• Model artefacts flow from a registry with signed provenance into blue/green serving slots.</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LLMs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From N-grams to Neural Language Models</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from n-grams to neural language models within LLMs. It covers the evolution of language modelling and why scale plus self-attention unlocked emergent capability,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Tokenisation and Vocabulary</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tokenisation and vocabulary within LLMs. It covers byte-pair encoding, subword units, special tokens and their impact on cost and multilingual performance,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The Transformer Backbone of LLMs</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transformer backbone of llms within LLMs. It covers decoder-only architectures, attention, positional encodings and layer normalisation choices,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Pre-training Objectives and Data</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pre-training objectives and data within LLMs. It covers causal language modelling, corpus curation, deduplication and data quality at trillion-token scale,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Scaling Laws and Emergent Abilities</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scaling laws and emergent abilities within LLMs. It covers compute-optimal training, the Chinchilla insight and capability phase transitions,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Instruction Tuning and Alignment</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instruction tuning and alignment within LLMs. It covers supervised fine-tuning, RLHF and preference optimisation that make base models useful and safe,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Context Windows and Long-Context Techniques</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context windows and long-context techniques within LLMs. It covers position interpolation, attention variants and retrieval to extend effective context,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Inference Optimisation</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inference optimisation within LLMs. It covers kV caching, speculative decoding, quantisation and continuous batching for throughput,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Serving LLMs at Scale</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serving llms at scale within LLMs. It covers gPU memory planning, tensor/pipeline parallelism and autoscaling inference,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Evaluation and Benchmarking</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benchmarking within LLMs. It covers capability benchmarks, contamination, and task-specific golden sets,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Hallucination and Factuality</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hallucination and factuality within LLMs. It covers why models confabulate and how grounding and decoding mitigate it,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Cost and Capacity Planning</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and capacity planning within LLMs. It covers token economics, hardware sizing and build-versus-buy decisions,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Safety and Alignment in Production</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safety and alignment in production within LLMs. It covers layered safety, refusal behaviour and policy enforcement,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The LLM Platform Reference Architecture</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the llm platform reference architecture within LLMs. It covers gateways, registries, evaluation and observability for fleets of models,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LLMs. It covers an end-to-end reference implementation that integrates the components of a LLMs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LLMs System</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llms system within LLMs. It covers a guided, build-along laboratory that constructs a functioning LLMs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Enterprise Search at Scale</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enterprise search at scale within LLMs. It covers a detailed case study of deploying LLMs in a demanding enterprise search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LLMs. It covers the operational discipline required to run a LLMs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LLMs. It covers a rigorous approach to measuring and assuring the quality of a LLMs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LLMs. It covers the security, privacy and governance controls that make a LLMs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LLMs. It covers techniques for controlling cost and latency while scaling a LLMs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LLMs. It covers patterns for integrating a LLMs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LLMs. It covers emerging trends, open problems and research directions shaping the future of LLMs,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LLMs. It covers a substantial capstone project that consolidates the entire book into a portfolio-grade LLMs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LLMs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LLMs. It covers a structured review and certification-style preparation covering the full breadth of LLMs,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LLMs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LLMs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Enterprise Search: LLMs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enterprise search organisation set out to apply LLMs to answering questions over internal knowledge with citations.</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LLMs: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978-8-23271-394-3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