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'Agentic AI: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AI systems use language models as reasoning engines that plan, invoke tools, observe results and iterate toward goals with limited human oversight. Unlike single-shot prompting, agents maintain state, decompose tasks and act on the world. This book covers agent architectures, planning, memory, tool use, safety and the operational discipline required to deploy autonomous systems responsibly.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AI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Agentic AI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Agentic AI as a systems discipline. An agent runtime hosts a reasoning model, a tool registry with typed schemas, a memory store (short-term context plus long-term vector memory), and a controller enforcing step budgets, permissions and human approvals. Every step is traced for observability and replay.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Agentic AI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from chatbots to agents within Agentic AI. It covers the shift from single responses to goal-directed loops,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agent loop: reason, act, observe within Agentic AI. It covers reAct-style cycles and the perception–action interface,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planning and task decomposition within Agentic AI. It covers plan-and-execute, tree-of-thought and hierarchical planning,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tool use and function calling within Agentic AI. It covers defining, selecting and safely invoking tools and APIs,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memory architectures within Agentic AI. It covers short-term context, long-term vector memory and episodic recall,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reflection and self-correction within Agentic AI. It covers critique loops, verification and error recovery,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grounding and retrieval for agents within Agentic AI. It covers bringing knowledge into the agent loop,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human-in-the-loop and approvals within Agentic AI. It covers confirmation gates for high-impact actions,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safety, sandboxing and permissions within Agentic AI. It covers constraining what agents can do and access,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latency and loop control within Agentic AI. It covers budgeting steps, preventing runaway loops and caching,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evaluating agents within Agentic AI. It covers task success, trajectory quality and robustness benchmarks,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agent frameworks and patterns within Agentic AI. It covers comparing frameworks and reusable design patterns,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observability for agents within Agentic AI. It covers tracing reasoning, tool calls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agentic reference architecture within Agentic AI. It covers orchestrator, tools, memory and guardrails as a platform,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Agentic AI. It covers an end-to-end reference implementation that integrates the components of a Agentic AI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agentic ai system within Agentic AI. It covers a guided, build-along laboratory that constructs a functioning Agentic AI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software at scale within Agentic AI. It covers a detailed case study of deploying Agentic AI in a demanding software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Agentic AI. It covers the operational discipline required to run a Agentic AI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Agentic AI. It covers a rigorous approach to measuring and assuring the quality of a Agentic AI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Agentic AI. It covers the security, privacy and governance controls that make a Agentic AI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Agentic AI. It covers techniques for controlling cost and latency while scaling a Agentic AI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Agentic AI. It covers patterns for integrating a Agentic AI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Agentic AI. It covers emerging trends, open problems and research directions shaping the future of Agentic AI,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Agentic AI. It covers a substantial capstone project that consolidates the entire book into a portfolio-grade Agentic AI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Agentic AI. It covers a structured review and certification-style preparation covering the full breadth of Agentic AI,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Agentic AI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Agentic AI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software organisation set out to apply Agentic AI to autonomous coding agents that plan, edit and test.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Agentic AI: Foundations</a:t>
            </a:r>
          </a:p>
          <a:p>
            <a:r>
              <a:rPr sz="1800">
                <a:solidFill>
                  <a:srgbClr val="475569"/>
                </a:solidFill>
              </a:rPr>
              <a:t>Autonomous systems that plan, act and use tools — a foundational guide for newcomers building a rigorous base.</a:t>
            </a:r>
          </a:p>
          <a:p>
            <a:r>
              <a:rPr sz="1300">
                <a:solidFill>
                  <a:srgbClr val="475569"/>
                </a:solidFill>
              </a:rPr>
              <a:t>AI-University Press   |   Dr. Ngozi Eze, Dr. Rajesh Gupta, The AI-University Faculty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Agentic AI systems use language models as reasoning engines that plan, invoke tools, observe results and iterate toward goals with limited human oversight.</a:t>
            </a:r>
          </a:p>
          <a:p>
            <a:pPr>
              <a:spcAft>
                <a:spcPts val="800"/>
              </a:spcAft>
            </a:pPr>
            <a:r>
              <a:rPr sz="1800">
                <a:solidFill>
                  <a:srgbClr val="0F172A"/>
                </a:solidFill>
              </a:rPr>
              <a:t>• Unlike single-shot prompting, agents maintain state, decompose tasks and act on the world.</a:t>
            </a:r>
          </a:p>
          <a:p>
            <a:pPr>
              <a:spcAft>
                <a:spcPts val="800"/>
              </a:spcAft>
            </a:pPr>
            <a:r>
              <a:rPr sz="1800">
                <a:solidFill>
                  <a:srgbClr val="0F172A"/>
                </a:solidFill>
              </a:rPr>
              <a:t>• This book covers agent architectures, planning, memory, tool use, safety and the operational discipline required to deploy autonomous systems responsibly.</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Agentic AI and articulate where it creates value.</a:t>
            </a:r>
          </a:p>
          <a:p>
            <a:pPr>
              <a:spcAft>
                <a:spcPts val="800"/>
              </a:spcAft>
            </a:pPr>
            <a:r>
              <a:rPr sz="1800">
                <a:solidFill>
                  <a:srgbClr val="0F172A"/>
                </a:solidFill>
              </a:rPr>
              <a:t>• Design a reference architecture for a Agentic AI system that meets enterprise quality attributes.</a:t>
            </a:r>
          </a:p>
          <a:p>
            <a:pPr>
              <a:spcAft>
                <a:spcPts val="800"/>
              </a:spcAft>
            </a:pPr>
            <a:r>
              <a:rPr sz="1800">
                <a:solidFill>
                  <a:srgbClr val="0F172A"/>
                </a:solidFill>
              </a:rPr>
              <a:t>• Implement core Agentic AI components following production engineering standards.</a:t>
            </a:r>
          </a:p>
          <a:p>
            <a:pPr>
              <a:spcAft>
                <a:spcPts val="800"/>
              </a:spcAft>
            </a:pPr>
            <a:r>
              <a:rPr sz="1800">
                <a:solidFill>
                  <a:srgbClr val="0F172A"/>
                </a:solidFill>
              </a:rPr>
              <a:t>• Evaluate Agentic AI systems rigorously and gate releases on measurable quality.</a:t>
            </a:r>
          </a:p>
          <a:p>
            <a:pPr>
              <a:spcAft>
                <a:spcPts val="800"/>
              </a:spcAft>
            </a:pPr>
            <a:r>
              <a:rPr sz="1800">
                <a:solidFill>
                  <a:srgbClr val="0F172A"/>
                </a:solidFill>
              </a:rPr>
              <a:t>• Apply security, privacy and governance controls appropriate to Agentic AI.</a:t>
            </a:r>
          </a:p>
          <a:p>
            <a:pPr>
              <a:spcAft>
                <a:spcPts val="800"/>
              </a:spcAft>
            </a:pPr>
            <a:r>
              <a:rPr sz="1800">
                <a:solidFill>
                  <a:srgbClr val="0F172A"/>
                </a:solidFill>
              </a:rPr>
              <a:t>• Operate Agentic AI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Agentic AI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Agentic AI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Agentic AI as a systems discipline.</a:t>
            </a:r>
          </a:p>
          <a:p>
            <a:pPr>
              <a:spcAft>
                <a:spcPts val="800"/>
              </a:spcAft>
            </a:pPr>
            <a:r>
              <a:rPr sz="1800">
                <a:solidFill>
                  <a:srgbClr val="0F172A"/>
                </a:solidFill>
              </a:rPr>
              <a:t>• An agent runtime hosts a reasoning model, a tool registry with typed schemas, a memory store (short-term context plus long-term vector memory), and a controller enforcing step budgets, permissions and human approvals.</a:t>
            </a:r>
          </a:p>
          <a:p>
            <a:pPr>
              <a:spcAft>
                <a:spcPts val="800"/>
              </a:spcAft>
            </a:pPr>
            <a:r>
              <a:rPr sz="1800">
                <a:solidFill>
                  <a:srgbClr val="0F172A"/>
                </a:solidFill>
              </a:rPr>
              <a:t>• Every step is traced for observability and replay.</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Agentic AI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From Chatbots to Agents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from chatbots to agents within Agentic AI. It covers the shift from single responses to goal-directed loops,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The Agent Loop: Reason, Act, Observe</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agent loop: reason, act, observe within Agentic AI. It covers reAct-style cycles and the perception–action interface,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Planning and Task Decomposition</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planning and task decomposition within Agentic AI. It covers plan-and-execute, tree-of-thought and hierarchical planning,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Tool Use and Function Calling</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tool use and function calling within Agentic AI. It covers defining, selecting and safely invoking tools and APIs,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Memory Architectures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memory architectures within Agentic AI. It covers short-term context, long-term vector memory and episodic recall,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Reflection and Self-Correction</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reflection and self-correction within Agentic AI. It covers critique loops, verification and error recovery,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Grounding and Retrieval for Agents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grounding and retrieval for agents within Agentic AI. It covers bringing knowledge into the agent loop,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Human-in-the-Loop and Approvals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human-in-the-loop and approvals within Agentic AI. It covers confirmation gates for high-impact actions,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Safety, Sandboxing and Permissions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safety, sandboxing and permissions within Agentic AI. It covers constraining what agents can do and access,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Cost, Latency and Loop Control</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latency and loop control within Agentic AI. It covers budgeting steps, preventing runaway loops and caching,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Evaluating Agents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evaluating agents within Agentic AI. It covers task success, trajectory quality and robustness benchmarks,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Agent Frameworks and Patterns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agent frameworks and patterns within Agentic AI. It covers comparing frameworks and reusable design patterns,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Observability for Agents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observability for agents within Agentic AI. It covers tracing reasoning, tool calls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Agentic Reference Architecture</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agentic reference architecture within Agentic AI. It covers orchestrator, tools, memory and guardrails as a platform,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Agentic AI. It covers an end-to-end reference implementation that integrates the components of a Agentic AI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Agentic AI System</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agentic ai system within Agentic AI. It covers a guided, build-along laboratory that constructs a functioning Agentic AI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Software at Scale</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software at scale within Agentic AI. It covers a detailed case study of deploying Agentic AI in a demanding software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Agentic AI. It covers the operational discipline required to run a Agentic AI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Agentic AI. It covers a rigorous approach to measuring and assuring the quality of a Agentic AI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Agentic AI. It covers the security, privacy and governance controls that make a Agentic AI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Agentic AI. It covers techniques for controlling cost and latency while scaling a Agentic AI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Agentic AI. It covers patterns for integrating a Agentic AI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Agentic AI. It covers emerging trends, open problems and research directions shaping the future of Agentic AI,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Agentic AI. It covers a substantial capstone project that consolidates the entire book into a portfolio-grade Agentic AI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Agentic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Agentic AI. It covers a structured review and certification-style preparation covering the full breadth of Agentic AI,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Agentic AI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Agentic AI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Software: Agentic AI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software organisation set out to apply Agentic AI to autonomous coding agents that plan, edit and test.</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Agentic AI: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978-5-53017-465-0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